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gif" ContentType="image/gif"/>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removePersonalInfoOnSave="1" saveSubsetFonts="1">
  <p:sldMasterIdLst>
    <p:sldMasterId id="2147483648" r:id="rId1"/>
  </p:sldMasterIdLst>
  <p:notesMasterIdLst>
    <p:notesMasterId r:id="rId29"/>
  </p:notesMasterIdLst>
  <p:handoutMasterIdLst>
    <p:handoutMasterId r:id="rId30"/>
  </p:handoutMasterIdLst>
  <p:sldIdLst>
    <p:sldId id="256" r:id="rId2"/>
    <p:sldId id="276" r:id="rId3"/>
    <p:sldId id="277" r:id="rId4"/>
    <p:sldId id="289" r:id="rId5"/>
    <p:sldId id="305" r:id="rId6"/>
    <p:sldId id="307" r:id="rId7"/>
    <p:sldId id="278" r:id="rId8"/>
    <p:sldId id="294" r:id="rId9"/>
    <p:sldId id="308" r:id="rId10"/>
    <p:sldId id="309" r:id="rId11"/>
    <p:sldId id="296" r:id="rId12"/>
    <p:sldId id="306" r:id="rId13"/>
    <p:sldId id="301" r:id="rId14"/>
    <p:sldId id="298" r:id="rId15"/>
    <p:sldId id="300" r:id="rId16"/>
    <p:sldId id="302" r:id="rId17"/>
    <p:sldId id="315" r:id="rId18"/>
    <p:sldId id="316" r:id="rId19"/>
    <p:sldId id="318" r:id="rId20"/>
    <p:sldId id="320" r:id="rId21"/>
    <p:sldId id="319" r:id="rId22"/>
    <p:sldId id="317" r:id="rId23"/>
    <p:sldId id="285" r:id="rId24"/>
    <p:sldId id="310" r:id="rId25"/>
    <p:sldId id="312" r:id="rId26"/>
    <p:sldId id="314" r:id="rId27"/>
    <p:sldId id="313" r:id="rId28"/>
  </p:sldIdLst>
  <p:sldSz cx="12192000" cy="6858000"/>
  <p:notesSz cx="6858000" cy="9144000"/>
  <p:defaultTextStyle>
    <a:defPPr rtl="0">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328" userDrawn="1">
          <p15:clr>
            <a:srgbClr val="A4A3A4"/>
          </p15:clr>
        </p15:guide>
        <p15:guide id="2" pos="3864" userDrawn="1">
          <p15:clr>
            <a:srgbClr val="A4A3A4"/>
          </p15:clr>
        </p15:guide>
        <p15:guide id="3" pos="7512" userDrawn="1">
          <p15:clr>
            <a:srgbClr val="A4A3A4"/>
          </p15:clr>
        </p15:guide>
        <p15:guide id="4" pos="144" userDrawn="1">
          <p15:clr>
            <a:srgbClr val="A4A3A4"/>
          </p15:clr>
        </p15:guide>
        <p15:guide id="5" orient="horz" pos="624" userDrawn="1">
          <p15:clr>
            <a:srgbClr val="A4A3A4"/>
          </p15:clr>
        </p15:guide>
        <p15:guide id="6" orient="horz" pos="4056"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D829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987" autoAdjust="0"/>
    <p:restoredTop sz="78488" autoAdjust="0"/>
  </p:normalViewPr>
  <p:slideViewPr>
    <p:cSldViewPr snapToGrid="0" showGuides="1">
      <p:cViewPr varScale="1">
        <p:scale>
          <a:sx n="88" d="100"/>
          <a:sy n="88" d="100"/>
        </p:scale>
        <p:origin x="114" y="66"/>
      </p:cViewPr>
      <p:guideLst>
        <p:guide orient="horz" pos="2328"/>
        <p:guide pos="3864"/>
        <p:guide pos="7512"/>
        <p:guide pos="144"/>
        <p:guide orient="horz" pos="624"/>
        <p:guide orient="horz" pos="4056"/>
      </p:guideLst>
    </p:cSldViewPr>
  </p:slideViewPr>
  <p:notesTextViewPr>
    <p:cViewPr>
      <p:scale>
        <a:sx n="1" d="1"/>
        <a:sy n="1" d="1"/>
      </p:scale>
      <p:origin x="0" y="0"/>
    </p:cViewPr>
  </p:notesTextViewPr>
  <p:notesViewPr>
    <p:cSldViewPr snapToGrid="0">
      <p:cViewPr varScale="1">
        <p:scale>
          <a:sx n="99" d="100"/>
          <a:sy n="99" d="100"/>
        </p:scale>
        <p:origin x="3570" y="72"/>
      </p:cViewPr>
      <p:guideLst/>
    </p:cSldViewPr>
  </p:notes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handoutMaster" Target="handoutMasters/handoutMaster1.xml"/><Relationship Id="rId8" Type="http://schemas.openxmlformats.org/officeDocument/2006/relationships/slide" Target="slides/slide7.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a:extLst>
              <a:ext uri="{FF2B5EF4-FFF2-40B4-BE49-F238E27FC236}">
                <a16:creationId xmlns:a16="http://schemas.microsoft.com/office/drawing/2014/main" id="{B46527B0-0B24-4087-B225-DB4F5C738F6E}"/>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a:p>
        </p:txBody>
      </p:sp>
      <p:sp>
        <p:nvSpPr>
          <p:cNvPr id="3" name="Espace réservé de la date 2">
            <a:extLst>
              <a:ext uri="{FF2B5EF4-FFF2-40B4-BE49-F238E27FC236}">
                <a16:creationId xmlns:a16="http://schemas.microsoft.com/office/drawing/2014/main" id="{F72798E0-F322-4236-8531-A1882BFE4007}"/>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pPr rtl="0"/>
            <a:fld id="{D6FB0DE1-D418-4EA9-BDFD-2E5632763663}" type="datetime1">
              <a:rPr lang="fr-FR" smtClean="0"/>
              <a:t>30/09/2025</a:t>
            </a:fld>
            <a:endParaRPr lang="en-US"/>
          </a:p>
        </p:txBody>
      </p:sp>
      <p:sp>
        <p:nvSpPr>
          <p:cNvPr id="4" name="Espace réservé du pied de page 3">
            <a:extLst>
              <a:ext uri="{FF2B5EF4-FFF2-40B4-BE49-F238E27FC236}">
                <a16:creationId xmlns:a16="http://schemas.microsoft.com/office/drawing/2014/main" id="{B4E5881F-2FD0-41BC-8E76-C691E59E146C}"/>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a:p>
        </p:txBody>
      </p:sp>
      <p:sp>
        <p:nvSpPr>
          <p:cNvPr id="5" name="Espace réservé du numéro de diapositive 4">
            <a:extLst>
              <a:ext uri="{FF2B5EF4-FFF2-40B4-BE49-F238E27FC236}">
                <a16:creationId xmlns:a16="http://schemas.microsoft.com/office/drawing/2014/main" id="{62CA62C5-8A29-4592-9E3E-4C457F263C0A}"/>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4E85F6F-0FAD-4AD4-850C-7E4CD14D7D70}" type="slidenum">
              <a:rPr lang="en-US" smtClean="0"/>
              <a:t>‹N°›</a:t>
            </a:fld>
            <a:endParaRPr lang="en-US"/>
          </a:p>
        </p:txBody>
      </p:sp>
    </p:spTree>
    <p:extLst>
      <p:ext uri="{BB962C8B-B14F-4D97-AF65-F5344CB8AC3E}">
        <p14:creationId xmlns:p14="http://schemas.microsoft.com/office/powerpoint/2010/main" val="3583274529"/>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pPr rtl="0"/>
            <a:endParaRPr lang="en-US" dirty="0"/>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pPr rtl="0"/>
            <a:fld id="{190BD304-4DB2-4DA8-BE69-274C9984CC7A}" type="datetime1">
              <a:rPr lang="fr-FR" smtClean="0"/>
              <a:t>30/09/2025</a:t>
            </a:fld>
            <a:endParaRPr lang="en-US" dirty="0"/>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pPr rtl="0"/>
            <a:endParaRPr lang="en-US" dirty="0"/>
          </a:p>
        </p:txBody>
      </p:sp>
      <p:sp>
        <p:nvSpPr>
          <p:cNvPr id="5" name="Espace réservé des commentair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rtl="0"/>
            <a:r>
              <a:rPr lang="fr"/>
              <a:t>Modifiez les styles du texte du masque</a:t>
            </a:r>
          </a:p>
          <a:p>
            <a:pPr lvl="1" rtl="0"/>
            <a:r>
              <a:rPr lang="fr"/>
              <a:t>Deuxième niveau</a:t>
            </a:r>
          </a:p>
          <a:p>
            <a:pPr lvl="2" rtl="0"/>
            <a:r>
              <a:rPr lang="fr"/>
              <a:t>Troisième niveau</a:t>
            </a:r>
          </a:p>
          <a:p>
            <a:pPr lvl="3" rtl="0"/>
            <a:r>
              <a:rPr lang="fr"/>
              <a:t>Quatrième niveau</a:t>
            </a:r>
          </a:p>
          <a:p>
            <a:pPr lvl="4" rtl="0"/>
            <a:r>
              <a:rPr lang="fr"/>
              <a:t>Cinquième niveau</a:t>
            </a:r>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pPr rtl="0"/>
            <a:endParaRPr lang="en-US" dirty="0"/>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pPr rtl="0"/>
            <a:fld id="{BE60DC36-8EFA-4378-9855-E019C55AC472}" type="slidenum">
              <a:rPr lang="en-US" smtClean="0"/>
              <a:t>‹N°›</a:t>
            </a:fld>
            <a:endParaRPr lang="en-US" dirty="0"/>
          </a:p>
        </p:txBody>
      </p:sp>
    </p:spTree>
    <p:extLst>
      <p:ext uri="{BB962C8B-B14F-4D97-AF65-F5344CB8AC3E}">
        <p14:creationId xmlns:p14="http://schemas.microsoft.com/office/powerpoint/2010/main" val="1877053634"/>
      </p:ext>
    </p:extLst>
  </p:cSld>
  <p:clrMap bg1="lt1" tx1="dk1" bg2="lt2" tx2="dk2" accent1="accent1" accent2="accent2" accent3="accent3" accent4="accent4" accent5="accent5" accent6="accent6" hlink="hlink" folHlink="folHlink"/>
  <p:hf hdr="0" ftr="0" dt="0"/>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dirty="0" err="1" smtClean="0"/>
              <a:t>My</a:t>
            </a:r>
            <a:r>
              <a:rPr lang="fr-FR" dirty="0" smtClean="0"/>
              <a:t> </a:t>
            </a:r>
            <a:r>
              <a:rPr lang="fr-FR" dirty="0" err="1" smtClean="0"/>
              <a:t>name</a:t>
            </a:r>
            <a:r>
              <a:rPr lang="fr-FR" dirty="0" smtClean="0"/>
              <a:t> </a:t>
            </a:r>
            <a:r>
              <a:rPr lang="fr-FR" dirty="0" err="1" smtClean="0"/>
              <a:t>is</a:t>
            </a:r>
            <a:r>
              <a:rPr lang="fr-FR" dirty="0" smtClean="0"/>
              <a:t> Wilfried and i</a:t>
            </a:r>
            <a:r>
              <a:rPr lang="fr-FR" baseline="0" dirty="0" smtClean="0"/>
              <a:t> </a:t>
            </a:r>
            <a:r>
              <a:rPr lang="fr-FR" baseline="0" dirty="0" err="1" smtClean="0"/>
              <a:t>am</a:t>
            </a:r>
            <a:r>
              <a:rPr lang="fr-FR" baseline="0" dirty="0" smtClean="0"/>
              <a:t> </a:t>
            </a:r>
            <a:r>
              <a:rPr lang="fr-FR" baseline="0" dirty="0" err="1" smtClean="0"/>
              <a:t>here</a:t>
            </a:r>
            <a:r>
              <a:rPr lang="fr-FR" baseline="0" dirty="0" smtClean="0"/>
              <a:t> in front of </a:t>
            </a:r>
            <a:r>
              <a:rPr lang="fr-FR" baseline="0" dirty="0" err="1" smtClean="0"/>
              <a:t>you</a:t>
            </a:r>
            <a:r>
              <a:rPr lang="fr-FR" baseline="0" dirty="0" smtClean="0"/>
              <a:t> </a:t>
            </a:r>
            <a:r>
              <a:rPr lang="fr-FR" baseline="0" dirty="0" err="1" smtClean="0"/>
              <a:t>today</a:t>
            </a:r>
            <a:r>
              <a:rPr lang="fr-FR" baseline="0" dirty="0" smtClean="0"/>
              <a:t> to </a:t>
            </a:r>
            <a:r>
              <a:rPr lang="fr-FR" baseline="0" dirty="0" err="1" smtClean="0"/>
              <a:t>introduce</a:t>
            </a:r>
            <a:r>
              <a:rPr lang="fr-FR" baseline="0" dirty="0" smtClean="0"/>
              <a:t> </a:t>
            </a:r>
            <a:r>
              <a:rPr lang="fr-FR" baseline="0" dirty="0" err="1" smtClean="0"/>
              <a:t>my</a:t>
            </a:r>
            <a:r>
              <a:rPr lang="fr-FR" baseline="0" dirty="0" smtClean="0"/>
              <a:t> </a:t>
            </a:r>
            <a:r>
              <a:rPr lang="fr-FR" baseline="0" dirty="0" err="1" smtClean="0"/>
              <a:t>project</a:t>
            </a:r>
            <a:r>
              <a:rPr lang="fr-FR" baseline="0" dirty="0" smtClean="0"/>
              <a:t> as a part of the </a:t>
            </a:r>
            <a:r>
              <a:rPr lang="fr-FR" baseline="0" dirty="0" err="1" smtClean="0"/>
              <a:t>preparation</a:t>
            </a:r>
            <a:r>
              <a:rPr lang="fr-FR" baseline="0" dirty="0" smtClean="0"/>
              <a:t> for </a:t>
            </a:r>
            <a:r>
              <a:rPr lang="fr-FR" baseline="0" dirty="0" err="1" smtClean="0"/>
              <a:t>my</a:t>
            </a:r>
            <a:r>
              <a:rPr lang="fr-FR" baseline="0" dirty="0" smtClean="0"/>
              <a:t> application designer and </a:t>
            </a:r>
            <a:r>
              <a:rPr lang="fr-FR" baseline="0" dirty="0" err="1" smtClean="0"/>
              <a:t>devlopper</a:t>
            </a:r>
            <a:r>
              <a:rPr lang="fr-FR" baseline="0" dirty="0" smtClean="0"/>
              <a:t> certification.</a:t>
            </a:r>
          </a:p>
          <a:p>
            <a:pPr rtl="0"/>
            <a:endParaRPr lang="fr-FR" baseline="0" dirty="0" smtClean="0"/>
          </a:p>
          <a:p>
            <a:pPr rtl="0"/>
            <a:r>
              <a:rPr lang="fr-FR" baseline="0" dirty="0" err="1" smtClean="0"/>
              <a:t>I’m</a:t>
            </a:r>
            <a:r>
              <a:rPr lang="fr-FR" baseline="0" dirty="0" smtClean="0"/>
              <a:t> </a:t>
            </a:r>
            <a:r>
              <a:rPr lang="fr-FR" baseline="0" dirty="0" err="1" smtClean="0"/>
              <a:t>bulding</a:t>
            </a:r>
            <a:r>
              <a:rPr lang="fr-FR" baseline="0" dirty="0" smtClean="0"/>
              <a:t> a web site </a:t>
            </a:r>
            <a:r>
              <a:rPr lang="fr-FR" baseline="0" dirty="0" err="1" smtClean="0"/>
              <a:t>designed</a:t>
            </a:r>
            <a:r>
              <a:rPr lang="fr-FR" baseline="0" dirty="0" smtClean="0"/>
              <a:t> for a </a:t>
            </a:r>
            <a:r>
              <a:rPr lang="fr-FR" baseline="0" dirty="0" err="1" smtClean="0"/>
              <a:t>person</a:t>
            </a:r>
            <a:r>
              <a:rPr lang="fr-FR" baseline="0" dirty="0" smtClean="0"/>
              <a:t> </a:t>
            </a:r>
            <a:r>
              <a:rPr lang="fr-FR" baseline="0" dirty="0" err="1" smtClean="0"/>
              <a:t>who</a:t>
            </a:r>
            <a:r>
              <a:rPr lang="fr-FR" baseline="0" dirty="0" smtClean="0"/>
              <a:t> </a:t>
            </a:r>
            <a:r>
              <a:rPr lang="fr-FR" baseline="0" dirty="0" err="1" smtClean="0"/>
              <a:t>works</a:t>
            </a:r>
            <a:r>
              <a:rPr lang="fr-FR" baseline="0" dirty="0" smtClean="0"/>
              <a:t> in the </a:t>
            </a:r>
            <a:r>
              <a:rPr lang="fr-FR" baseline="0" dirty="0" err="1" smtClean="0"/>
              <a:t>cleaning</a:t>
            </a:r>
            <a:r>
              <a:rPr lang="fr-FR" baseline="0" dirty="0" smtClean="0"/>
              <a:t> </a:t>
            </a:r>
            <a:r>
              <a:rPr lang="fr-FR" baseline="0" dirty="0" err="1" smtClean="0"/>
              <a:t>industry</a:t>
            </a:r>
            <a:r>
              <a:rPr lang="fr-FR" baseline="0" dirty="0" smtClean="0"/>
              <a:t>. This </a:t>
            </a:r>
            <a:r>
              <a:rPr lang="fr-FR" baseline="0" dirty="0" err="1" smtClean="0"/>
              <a:t>person</a:t>
            </a:r>
            <a:r>
              <a:rPr lang="fr-FR" baseline="0" dirty="0" smtClean="0"/>
              <a:t> </a:t>
            </a:r>
            <a:r>
              <a:rPr lang="fr-FR" baseline="0" dirty="0" err="1" smtClean="0"/>
              <a:t>often</a:t>
            </a:r>
            <a:r>
              <a:rPr lang="fr-FR" baseline="0" dirty="0" smtClean="0"/>
              <a:t> </a:t>
            </a:r>
            <a:r>
              <a:rPr lang="fr-FR" baseline="0" dirty="0" err="1" smtClean="0"/>
              <a:t>struggles</a:t>
            </a:r>
            <a:r>
              <a:rPr lang="fr-FR" baseline="0" dirty="0" smtClean="0"/>
              <a:t> to </a:t>
            </a:r>
            <a:r>
              <a:rPr lang="fr-FR" baseline="0" dirty="0" err="1" smtClean="0"/>
              <a:t>find</a:t>
            </a:r>
            <a:r>
              <a:rPr lang="fr-FR" baseline="0" dirty="0" smtClean="0"/>
              <a:t> </a:t>
            </a:r>
            <a:r>
              <a:rPr lang="fr-FR" baseline="0" dirty="0" err="1" smtClean="0"/>
              <a:t>reliable</a:t>
            </a:r>
            <a:r>
              <a:rPr lang="fr-FR" baseline="0" dirty="0" smtClean="0"/>
              <a:t> </a:t>
            </a:r>
            <a:r>
              <a:rPr lang="fr-FR" baseline="0" dirty="0" err="1" smtClean="0"/>
              <a:t>workers</a:t>
            </a:r>
            <a:r>
              <a:rPr lang="fr-FR" baseline="0" dirty="0" smtClean="0"/>
              <a:t> </a:t>
            </a:r>
            <a:r>
              <a:rPr lang="fr-FR" baseline="0" dirty="0" err="1" smtClean="0"/>
              <a:t>quickly</a:t>
            </a:r>
            <a:r>
              <a:rPr lang="fr-FR" baseline="0" dirty="0" smtClean="0"/>
              <a:t> </a:t>
            </a:r>
            <a:r>
              <a:rPr lang="fr-FR" baseline="0" dirty="0" err="1" smtClean="0"/>
              <a:t>when</a:t>
            </a:r>
            <a:r>
              <a:rPr lang="fr-FR" baseline="0" dirty="0" smtClean="0"/>
              <a:t> urgent </a:t>
            </a:r>
            <a:r>
              <a:rPr lang="fr-FR" baseline="0" dirty="0" err="1" smtClean="0"/>
              <a:t>tasks</a:t>
            </a:r>
            <a:r>
              <a:rPr lang="fr-FR" baseline="0" dirty="0" smtClean="0"/>
              <a:t> come up.</a:t>
            </a:r>
          </a:p>
          <a:p>
            <a:pPr rtl="0"/>
            <a:endParaRPr lang="fr-FR" baseline="0" dirty="0" smtClean="0"/>
          </a:p>
          <a:p>
            <a:pPr rtl="0"/>
            <a:r>
              <a:rPr lang="fr-FR" baseline="0" dirty="0" smtClean="0"/>
              <a:t>The goal </a:t>
            </a:r>
            <a:r>
              <a:rPr lang="fr-FR" baseline="0" dirty="0" err="1" smtClean="0"/>
              <a:t>is</a:t>
            </a:r>
            <a:r>
              <a:rPr lang="fr-FR" baseline="0" dirty="0" smtClean="0"/>
              <a:t> to </a:t>
            </a:r>
            <a:r>
              <a:rPr lang="fr-FR" baseline="0" dirty="0" err="1" smtClean="0"/>
              <a:t>make</a:t>
            </a:r>
            <a:r>
              <a:rPr lang="fr-FR" baseline="0" dirty="0" smtClean="0"/>
              <a:t> </a:t>
            </a:r>
            <a:r>
              <a:rPr lang="fr-FR" baseline="0" dirty="0" err="1" smtClean="0"/>
              <a:t>recruitment</a:t>
            </a:r>
            <a:r>
              <a:rPr lang="fr-FR" baseline="0" dirty="0" smtClean="0"/>
              <a:t> </a:t>
            </a:r>
            <a:r>
              <a:rPr lang="fr-FR" baseline="0" dirty="0" err="1" smtClean="0"/>
              <a:t>easer</a:t>
            </a:r>
            <a:r>
              <a:rPr lang="fr-FR" baseline="0" dirty="0" smtClean="0"/>
              <a:t>, </a:t>
            </a:r>
            <a:r>
              <a:rPr lang="fr-FR" baseline="0" dirty="0" err="1" smtClean="0"/>
              <a:t>faster</a:t>
            </a:r>
            <a:r>
              <a:rPr lang="fr-FR" baseline="0" dirty="0" smtClean="0"/>
              <a:t> and more flexible for </a:t>
            </a:r>
            <a:r>
              <a:rPr lang="fr-FR" baseline="0" dirty="0" err="1" smtClean="0"/>
              <a:t>both</a:t>
            </a:r>
            <a:r>
              <a:rPr lang="fr-FR" baseline="0" dirty="0" smtClean="0"/>
              <a:t> </a:t>
            </a:r>
            <a:r>
              <a:rPr lang="fr-FR" baseline="0" dirty="0" err="1" smtClean="0"/>
              <a:t>sides</a:t>
            </a:r>
            <a:r>
              <a:rPr lang="fr-FR" baseline="0" dirty="0" smtClean="0"/>
              <a:t>. It </a:t>
            </a:r>
            <a:r>
              <a:rPr lang="fr-FR" baseline="0" dirty="0" err="1" smtClean="0"/>
              <a:t>helps</a:t>
            </a:r>
            <a:r>
              <a:rPr lang="fr-FR" baseline="0" dirty="0" smtClean="0"/>
              <a:t> </a:t>
            </a:r>
            <a:r>
              <a:rPr lang="fr-FR" baseline="0" dirty="0" err="1" smtClean="0"/>
              <a:t>common</a:t>
            </a:r>
            <a:r>
              <a:rPr lang="fr-FR" baseline="0" dirty="0" smtClean="0"/>
              <a:t> </a:t>
            </a:r>
            <a:r>
              <a:rPr lang="fr-FR" baseline="0" dirty="0" err="1" smtClean="0"/>
              <a:t>problem</a:t>
            </a:r>
            <a:r>
              <a:rPr lang="fr-FR" baseline="0" dirty="0" smtClean="0"/>
              <a:t> in the </a:t>
            </a:r>
            <a:r>
              <a:rPr lang="fr-FR" baseline="0" dirty="0" err="1" smtClean="0"/>
              <a:t>cleanning</a:t>
            </a:r>
            <a:r>
              <a:rPr lang="fr-FR" baseline="0" dirty="0" smtClean="0"/>
              <a:t> </a:t>
            </a:r>
            <a:r>
              <a:rPr lang="fr-FR" baseline="0" dirty="0" err="1" smtClean="0"/>
              <a:t>field</a:t>
            </a:r>
            <a:r>
              <a:rPr lang="fr-FR" baseline="0" dirty="0" smtClean="0"/>
              <a:t>: </a:t>
            </a:r>
            <a:r>
              <a:rPr lang="fr-FR" baseline="0" dirty="0" err="1" smtClean="0"/>
              <a:t>finding</a:t>
            </a:r>
            <a:r>
              <a:rPr lang="fr-FR" baseline="0" dirty="0" smtClean="0"/>
              <a:t> </a:t>
            </a:r>
            <a:r>
              <a:rPr lang="fr-FR" baseline="0" dirty="0" err="1" smtClean="0"/>
              <a:t>qualifed</a:t>
            </a:r>
            <a:r>
              <a:rPr lang="fr-FR" baseline="0" dirty="0" smtClean="0"/>
              <a:t> people at the right time.</a:t>
            </a:r>
          </a:p>
          <a:p>
            <a:pPr rtl="0"/>
            <a:endParaRPr lang="fr-FR" baseline="0" dirty="0" smtClean="0"/>
          </a:p>
          <a:p>
            <a:pPr rtl="0"/>
            <a:r>
              <a:rPr lang="fr-FR" baseline="0" dirty="0" smtClean="0"/>
              <a:t>For job </a:t>
            </a:r>
            <a:r>
              <a:rPr lang="fr-FR" baseline="0" dirty="0" err="1" smtClean="0"/>
              <a:t>seekers</a:t>
            </a:r>
            <a:r>
              <a:rPr lang="fr-FR" baseline="0" dirty="0" smtClean="0"/>
              <a:t>, </a:t>
            </a:r>
            <a:r>
              <a:rPr lang="fr-FR" baseline="0" dirty="0" err="1" smtClean="0"/>
              <a:t>this</a:t>
            </a:r>
            <a:r>
              <a:rPr lang="fr-FR" baseline="0" dirty="0" smtClean="0"/>
              <a:t> web site </a:t>
            </a:r>
            <a:r>
              <a:rPr lang="fr-FR" baseline="0" dirty="0" err="1" smtClean="0"/>
              <a:t>will</a:t>
            </a:r>
            <a:r>
              <a:rPr lang="fr-FR" baseline="0" dirty="0" smtClean="0"/>
              <a:t> </a:t>
            </a:r>
            <a:r>
              <a:rPr lang="fr-FR" baseline="0" dirty="0" err="1" smtClean="0"/>
              <a:t>be</a:t>
            </a:r>
            <a:r>
              <a:rPr lang="fr-FR" baseline="0" dirty="0" smtClean="0"/>
              <a:t> free. </a:t>
            </a:r>
            <a:r>
              <a:rPr lang="fr-FR" baseline="0" dirty="0" err="1" smtClean="0"/>
              <a:t>Only</a:t>
            </a:r>
            <a:r>
              <a:rPr lang="fr-FR" baseline="0" dirty="0" smtClean="0"/>
              <a:t> </a:t>
            </a:r>
            <a:r>
              <a:rPr lang="fr-FR" baseline="0" dirty="0" err="1" smtClean="0"/>
              <a:t>users</a:t>
            </a:r>
            <a:r>
              <a:rPr lang="fr-FR" baseline="0" dirty="0" smtClean="0"/>
              <a:t> </a:t>
            </a:r>
            <a:r>
              <a:rPr lang="fr-FR" baseline="0" dirty="0" err="1" smtClean="0"/>
              <a:t>who</a:t>
            </a:r>
            <a:r>
              <a:rPr lang="fr-FR" baseline="0" dirty="0" smtClean="0"/>
              <a:t> </a:t>
            </a:r>
            <a:r>
              <a:rPr lang="fr-FR" baseline="0" dirty="0" err="1" smtClean="0"/>
              <a:t>wants</a:t>
            </a:r>
            <a:r>
              <a:rPr lang="fr-FR" baseline="0" dirty="0" smtClean="0"/>
              <a:t> to post mission </a:t>
            </a:r>
            <a:r>
              <a:rPr lang="fr-FR" baseline="0" dirty="0" err="1" smtClean="0"/>
              <a:t>will</a:t>
            </a:r>
            <a:r>
              <a:rPr lang="fr-FR" baseline="0" dirty="0" smtClean="0"/>
              <a:t> </a:t>
            </a:r>
            <a:r>
              <a:rPr lang="fr-FR" baseline="0" dirty="0" err="1" smtClean="0"/>
              <a:t>need</a:t>
            </a:r>
            <a:r>
              <a:rPr lang="fr-FR" baseline="0" dirty="0" smtClean="0"/>
              <a:t> to </a:t>
            </a:r>
            <a:r>
              <a:rPr lang="fr-FR" baseline="0" dirty="0" err="1" smtClean="0"/>
              <a:t>pay</a:t>
            </a:r>
            <a:r>
              <a:rPr lang="fr-FR" baseline="0" dirty="0" smtClean="0"/>
              <a:t>, by </a:t>
            </a:r>
            <a:r>
              <a:rPr lang="fr-FR" baseline="0" dirty="0" err="1" smtClean="0"/>
              <a:t>using</a:t>
            </a:r>
            <a:r>
              <a:rPr lang="fr-FR" baseline="0" dirty="0" smtClean="0"/>
              <a:t> </a:t>
            </a:r>
            <a:r>
              <a:rPr lang="fr-FR" baseline="0" dirty="0" err="1" smtClean="0"/>
              <a:t>tokens</a:t>
            </a:r>
            <a:r>
              <a:rPr lang="fr-FR" baseline="0" dirty="0" smtClean="0"/>
              <a:t> to </a:t>
            </a:r>
            <a:r>
              <a:rPr lang="fr-FR" baseline="0" dirty="0" err="1" smtClean="0"/>
              <a:t>publish</a:t>
            </a:r>
            <a:r>
              <a:rPr lang="fr-FR" baseline="0" dirty="0" smtClean="0"/>
              <a:t> </a:t>
            </a:r>
            <a:r>
              <a:rPr lang="fr-FR" baseline="0" dirty="0" err="1" smtClean="0"/>
              <a:t>their</a:t>
            </a:r>
            <a:r>
              <a:rPr lang="fr-FR" baseline="0" dirty="0" smtClean="0"/>
              <a:t> </a:t>
            </a:r>
            <a:r>
              <a:rPr lang="fr-FR" baseline="0" dirty="0" err="1" smtClean="0"/>
              <a:t>offers</a:t>
            </a:r>
            <a:r>
              <a:rPr lang="fr-FR" baseline="0" dirty="0" smtClean="0"/>
              <a:t>.</a:t>
            </a:r>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1</a:t>
            </a:fld>
            <a:endParaRPr lang="fr-FR" dirty="0"/>
          </a:p>
        </p:txBody>
      </p:sp>
    </p:spTree>
    <p:extLst>
      <p:ext uri="{BB962C8B-B14F-4D97-AF65-F5344CB8AC3E}">
        <p14:creationId xmlns:p14="http://schemas.microsoft.com/office/powerpoint/2010/main" val="14790740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b="1" dirty="0" smtClean="0"/>
              <a:t>PRESENTATION </a:t>
            </a:r>
            <a:r>
              <a:rPr lang="fr-FR" b="0" dirty="0" smtClean="0"/>
              <a:t>avec l’objectif et le contexte</a:t>
            </a:r>
          </a:p>
          <a:p>
            <a:pPr rtl="0"/>
            <a:r>
              <a:rPr lang="fr-FR" b="1" dirty="0" smtClean="0"/>
              <a:t>GESTION DE PROJET </a:t>
            </a:r>
            <a:r>
              <a:rPr lang="fr-FR" b="0" dirty="0" smtClean="0"/>
              <a:t>avec</a:t>
            </a:r>
            <a:r>
              <a:rPr lang="fr-FR" b="0" baseline="0" dirty="0" smtClean="0"/>
              <a:t> le diagramme de </a:t>
            </a:r>
            <a:r>
              <a:rPr lang="fr-FR" b="0" baseline="0" dirty="0" err="1" smtClean="0"/>
              <a:t>gantt</a:t>
            </a:r>
            <a:r>
              <a:rPr lang="fr-FR" b="0" baseline="0" dirty="0" smtClean="0"/>
              <a:t> et les plans de test</a:t>
            </a:r>
            <a:endParaRPr lang="fr-FR" b="1" dirty="0" smtClean="0"/>
          </a:p>
          <a:p>
            <a:pPr rtl="0"/>
            <a:r>
              <a:rPr lang="fr-FR" b="1" dirty="0" smtClean="0"/>
              <a:t>TECHNO</a:t>
            </a:r>
            <a:r>
              <a:rPr lang="fr-FR" b="1" baseline="0" dirty="0" smtClean="0"/>
              <a:t> ET LANGAGES</a:t>
            </a:r>
          </a:p>
          <a:p>
            <a:pPr rtl="0"/>
            <a:r>
              <a:rPr lang="fr-FR" b="1" baseline="0" dirty="0" smtClean="0"/>
              <a:t>ARBORESCENCE</a:t>
            </a:r>
          </a:p>
          <a:p>
            <a:pPr rtl="0"/>
            <a:r>
              <a:rPr lang="fr-FR" b="1" baseline="0" dirty="0" smtClean="0"/>
              <a:t>ACCESSIBILITE ET MAQUETTES </a:t>
            </a:r>
            <a:r>
              <a:rPr lang="fr-FR" b="0" baseline="0" dirty="0" smtClean="0"/>
              <a:t>avec le logo, les chartes graphique et éditoriale et les différentes maquettes</a:t>
            </a:r>
            <a:endParaRPr lang="fr-FR" b="1" baseline="0" dirty="0" smtClean="0"/>
          </a:p>
          <a:p>
            <a:pPr rtl="0"/>
            <a:r>
              <a:rPr lang="fr-FR" b="1" baseline="0" dirty="0" smtClean="0"/>
              <a:t>SPECIFICATION FONCTIONNELLES</a:t>
            </a:r>
          </a:p>
          <a:p>
            <a:pPr rtl="0"/>
            <a:r>
              <a:rPr lang="fr-FR" b="1" baseline="0" dirty="0" smtClean="0"/>
              <a:t>LES DIAGRAMMES DE SEQUENCE ET ACTIVITE</a:t>
            </a:r>
          </a:p>
          <a:p>
            <a:pPr rtl="0"/>
            <a:r>
              <a:rPr lang="fr-FR" b="1" baseline="0" dirty="0" smtClean="0"/>
              <a:t>LA FONCTIONNALITE UTILISATEUR</a:t>
            </a:r>
          </a:p>
          <a:p>
            <a:pPr rtl="0"/>
            <a:r>
              <a:rPr lang="fr-FR" b="1" baseline="0" dirty="0" smtClean="0"/>
              <a:t>PERSPECTIVES ET CONCLUSION</a:t>
            </a:r>
            <a:endParaRPr lang="fr-FR" b="1"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2</a:t>
            </a:fld>
            <a:endParaRPr lang="fr-FR" dirty="0"/>
          </a:p>
        </p:txBody>
      </p:sp>
    </p:spTree>
    <p:extLst>
      <p:ext uri="{BB962C8B-B14F-4D97-AF65-F5344CB8AC3E}">
        <p14:creationId xmlns:p14="http://schemas.microsoft.com/office/powerpoint/2010/main" val="1497579710"/>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dirty="0" smtClean="0"/>
              <a:t>Objectif principal</a:t>
            </a:r>
          </a:p>
          <a:p>
            <a:pPr rtl="0"/>
            <a:r>
              <a:rPr lang="fr-FR" dirty="0" smtClean="0"/>
              <a:t>Contexte</a:t>
            </a:r>
          </a:p>
          <a:p>
            <a:pPr rtl="0"/>
            <a:r>
              <a:rPr lang="fr-FR" dirty="0" smtClean="0"/>
              <a:t>Cible</a:t>
            </a:r>
            <a:r>
              <a:rPr lang="fr-FR" baseline="0" dirty="0" smtClean="0"/>
              <a:t>s du projet</a:t>
            </a:r>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3</a:t>
            </a:fld>
            <a:endParaRPr lang="fr-FR" dirty="0"/>
          </a:p>
        </p:txBody>
      </p:sp>
    </p:spTree>
    <p:extLst>
      <p:ext uri="{BB962C8B-B14F-4D97-AF65-F5344CB8AC3E}">
        <p14:creationId xmlns:p14="http://schemas.microsoft.com/office/powerpoint/2010/main" val="16511246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4</a:t>
            </a:fld>
            <a:endParaRPr lang="fr-FR" dirty="0"/>
          </a:p>
        </p:txBody>
      </p:sp>
    </p:spTree>
    <p:extLst>
      <p:ext uri="{BB962C8B-B14F-4D97-AF65-F5344CB8AC3E}">
        <p14:creationId xmlns:p14="http://schemas.microsoft.com/office/powerpoint/2010/main" val="282078509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5</a:t>
            </a:fld>
            <a:endParaRPr lang="fr-FR" dirty="0"/>
          </a:p>
        </p:txBody>
      </p:sp>
    </p:spTree>
    <p:extLst>
      <p:ext uri="{BB962C8B-B14F-4D97-AF65-F5344CB8AC3E}">
        <p14:creationId xmlns:p14="http://schemas.microsoft.com/office/powerpoint/2010/main" val="44930390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6</a:t>
            </a:fld>
            <a:endParaRPr lang="fr-FR" dirty="0"/>
          </a:p>
        </p:txBody>
      </p:sp>
    </p:spTree>
    <p:extLst>
      <p:ext uri="{BB962C8B-B14F-4D97-AF65-F5344CB8AC3E}">
        <p14:creationId xmlns:p14="http://schemas.microsoft.com/office/powerpoint/2010/main" val="53054227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b="1" dirty="0" err="1" smtClean="0"/>
              <a:t>Figma</a:t>
            </a:r>
            <a:r>
              <a:rPr lang="fr-FR" b="1" dirty="0" smtClean="0"/>
              <a:t> </a:t>
            </a:r>
            <a:r>
              <a:rPr lang="fr-FR" b="0" dirty="0" smtClean="0"/>
              <a:t>pour</a:t>
            </a:r>
            <a:r>
              <a:rPr lang="fr-FR" b="0" baseline="0" dirty="0" smtClean="0"/>
              <a:t> les maquettes</a:t>
            </a:r>
            <a:endParaRPr lang="fr-FR" b="1" dirty="0" smtClean="0"/>
          </a:p>
          <a:p>
            <a:pPr rtl="0"/>
            <a:r>
              <a:rPr lang="fr-FR" b="1" dirty="0" err="1" smtClean="0"/>
              <a:t>Gloomaps</a:t>
            </a:r>
            <a:r>
              <a:rPr lang="fr-FR" b="1" dirty="0" smtClean="0"/>
              <a:t> </a:t>
            </a:r>
            <a:r>
              <a:rPr lang="fr-FR" b="0" dirty="0" smtClean="0"/>
              <a:t>pour</a:t>
            </a:r>
            <a:r>
              <a:rPr lang="fr-FR" b="0" baseline="0" dirty="0" smtClean="0"/>
              <a:t> l’arborescence</a:t>
            </a:r>
            <a:endParaRPr lang="fr-FR" b="1" dirty="0" smtClean="0"/>
          </a:p>
          <a:p>
            <a:pPr rtl="0"/>
            <a:r>
              <a:rPr lang="fr-FR" b="1" dirty="0" err="1" smtClean="0"/>
              <a:t>Color</a:t>
            </a:r>
            <a:r>
              <a:rPr lang="fr-FR" b="1" dirty="0" smtClean="0"/>
              <a:t> adobe </a:t>
            </a:r>
            <a:r>
              <a:rPr lang="fr-FR" b="0" dirty="0" smtClean="0"/>
              <a:t>pour</a:t>
            </a:r>
            <a:r>
              <a:rPr lang="fr-FR" b="0" baseline="0" dirty="0" smtClean="0"/>
              <a:t> vérifier l’accessibilité des couleurs</a:t>
            </a:r>
            <a:endParaRPr lang="fr-FR" b="1" dirty="0" smtClean="0"/>
          </a:p>
          <a:p>
            <a:pPr rtl="0"/>
            <a:r>
              <a:rPr lang="fr-FR" b="1" dirty="0" smtClean="0"/>
              <a:t>Star </a:t>
            </a:r>
            <a:r>
              <a:rPr lang="fr-FR" b="1" dirty="0" err="1" smtClean="0"/>
              <a:t>Uml</a:t>
            </a:r>
            <a:r>
              <a:rPr lang="fr-FR" b="1" dirty="0" smtClean="0"/>
              <a:t> </a:t>
            </a:r>
            <a:r>
              <a:rPr lang="fr-FR" b="0" dirty="0" smtClean="0"/>
              <a:t>pour</a:t>
            </a:r>
            <a:r>
              <a:rPr lang="fr-FR" b="0" baseline="0" dirty="0" smtClean="0"/>
              <a:t> tous les diagrammes</a:t>
            </a:r>
            <a:endParaRPr lang="fr-FR" b="1" dirty="0" smtClean="0"/>
          </a:p>
          <a:p>
            <a:pPr rtl="0"/>
            <a:r>
              <a:rPr lang="fr-FR" b="1" dirty="0" smtClean="0"/>
              <a:t>Looping </a:t>
            </a:r>
            <a:r>
              <a:rPr lang="fr-FR" b="0" dirty="0" smtClean="0"/>
              <a:t>pour</a:t>
            </a:r>
            <a:r>
              <a:rPr lang="fr-FR" b="0" baseline="0" dirty="0" smtClean="0"/>
              <a:t> les MCD MLD</a:t>
            </a:r>
            <a:endParaRPr lang="fr-FR" b="1" dirty="0" smtClean="0"/>
          </a:p>
          <a:p>
            <a:pPr rtl="0"/>
            <a:r>
              <a:rPr lang="fr-FR" b="1" dirty="0" err="1" smtClean="0"/>
              <a:t>Vercel</a:t>
            </a:r>
            <a:r>
              <a:rPr lang="fr-FR" b="1" dirty="0" smtClean="0"/>
              <a:t> </a:t>
            </a:r>
            <a:r>
              <a:rPr lang="fr-FR" b="0" dirty="0" smtClean="0"/>
              <a:t>pour le déploiement</a:t>
            </a:r>
            <a:r>
              <a:rPr lang="fr-FR" b="0" baseline="0" dirty="0" smtClean="0"/>
              <a:t> de côté front</a:t>
            </a:r>
            <a:endParaRPr lang="fr-FR" b="1" dirty="0" smtClean="0"/>
          </a:p>
          <a:p>
            <a:pPr rtl="0"/>
            <a:r>
              <a:rPr lang="fr-FR" b="1" dirty="0" smtClean="0"/>
              <a:t>Git hub </a:t>
            </a:r>
            <a:r>
              <a:rPr lang="fr-FR" b="0" dirty="0" smtClean="0"/>
              <a:t>pour</a:t>
            </a:r>
            <a:r>
              <a:rPr lang="fr-FR" b="0" baseline="0" dirty="0" smtClean="0"/>
              <a:t> le </a:t>
            </a:r>
            <a:r>
              <a:rPr lang="fr-FR" b="0" baseline="0" dirty="0" err="1" smtClean="0"/>
              <a:t>versionning</a:t>
            </a:r>
            <a:r>
              <a:rPr lang="fr-FR" b="0" baseline="0" dirty="0" smtClean="0"/>
              <a:t> le stockage et le travail collaboratif</a:t>
            </a:r>
          </a:p>
          <a:p>
            <a:pPr rtl="0"/>
            <a:r>
              <a:rPr lang="fr-FR" b="1" baseline="0" dirty="0" smtClean="0"/>
              <a:t>VS code</a:t>
            </a:r>
            <a:r>
              <a:rPr lang="fr-FR" b="0" baseline="0" dirty="0" smtClean="0"/>
              <a:t> pour tout le code</a:t>
            </a:r>
            <a:endParaRPr lang="fr-FR" b="1"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7</a:t>
            </a:fld>
            <a:endParaRPr lang="fr-FR" dirty="0"/>
          </a:p>
        </p:txBody>
      </p:sp>
    </p:spTree>
    <p:extLst>
      <p:ext uri="{BB962C8B-B14F-4D97-AF65-F5344CB8AC3E}">
        <p14:creationId xmlns:p14="http://schemas.microsoft.com/office/powerpoint/2010/main" val="443379830"/>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r>
              <a:rPr lang="fr-FR" b="1" dirty="0" smtClean="0"/>
              <a:t>HTML</a:t>
            </a:r>
            <a:r>
              <a:rPr lang="fr-FR" b="0" dirty="0" smtClean="0"/>
              <a:t> pour structurer les</a:t>
            </a:r>
            <a:r>
              <a:rPr lang="fr-FR" b="0" baseline="0" dirty="0" smtClean="0"/>
              <a:t> pages </a:t>
            </a:r>
            <a:endParaRPr lang="fr-FR" b="1" baseline="0" dirty="0" smtClean="0"/>
          </a:p>
          <a:p>
            <a:r>
              <a:rPr lang="fr-FR" b="1" baseline="0" dirty="0" smtClean="0"/>
              <a:t>CSS </a:t>
            </a:r>
            <a:r>
              <a:rPr lang="fr-FR" b="0" baseline="0" dirty="0" smtClean="0"/>
              <a:t>pour personnaliser et rendre responsive le site</a:t>
            </a:r>
            <a:endParaRPr lang="fr-FR" b="1" baseline="0" dirty="0" smtClean="0"/>
          </a:p>
          <a:p>
            <a:r>
              <a:rPr lang="fr-FR" b="1" baseline="0" dirty="0" smtClean="0"/>
              <a:t>JS </a:t>
            </a:r>
            <a:r>
              <a:rPr lang="fr-FR" b="0" baseline="0" dirty="0" smtClean="0"/>
              <a:t>pour ajouter de l’interactivité </a:t>
            </a:r>
          </a:p>
          <a:p>
            <a:r>
              <a:rPr lang="fr-FR" b="1" baseline="0" dirty="0" err="1" smtClean="0"/>
              <a:t>Tailwind</a:t>
            </a:r>
            <a:r>
              <a:rPr lang="fr-FR" b="1" baseline="0" dirty="0" smtClean="0"/>
              <a:t> </a:t>
            </a:r>
            <a:r>
              <a:rPr lang="fr-FR" b="0" baseline="0" smtClean="0"/>
              <a:t>et </a:t>
            </a:r>
            <a:r>
              <a:rPr lang="fr-FR" b="1" baseline="0" smtClean="0"/>
              <a:t>aisyUi</a:t>
            </a:r>
            <a:r>
              <a:rPr lang="fr-FR" b="0" baseline="0" smtClean="0"/>
              <a:t> </a:t>
            </a:r>
            <a:r>
              <a:rPr lang="fr-FR" b="0" baseline="0" dirty="0" smtClean="0"/>
              <a:t>le </a:t>
            </a:r>
            <a:r>
              <a:rPr lang="fr-FR" b="0" baseline="0" dirty="0" err="1" smtClean="0"/>
              <a:t>framework</a:t>
            </a:r>
            <a:r>
              <a:rPr lang="fr-FR" b="0" baseline="0" dirty="0" smtClean="0"/>
              <a:t> CSS pour la gagner en facilité et en vitesse</a:t>
            </a:r>
            <a:endParaRPr lang="fr-FR" b="1" baseline="0" dirty="0" smtClean="0"/>
          </a:p>
          <a:p>
            <a:r>
              <a:rPr lang="fr-FR" b="0" baseline="0" dirty="0" smtClean="0"/>
              <a:t>Pour le back end : </a:t>
            </a:r>
            <a:r>
              <a:rPr lang="fr-FR" b="1" baseline="0" dirty="0" smtClean="0"/>
              <a:t>PHP </a:t>
            </a:r>
            <a:r>
              <a:rPr lang="fr-FR" b="0" baseline="0" dirty="0" smtClean="0"/>
              <a:t>pour gérer les sessions, sécuriser les accès</a:t>
            </a:r>
          </a:p>
          <a:p>
            <a:r>
              <a:rPr lang="fr-FR" b="1" baseline="0" dirty="0" smtClean="0"/>
              <a:t>MYSQL </a:t>
            </a:r>
            <a:r>
              <a:rPr lang="fr-FR" b="0" baseline="0" dirty="0" smtClean="0"/>
              <a:t>est la base de données relationnelle qui me permet de stocker toutes les données</a:t>
            </a:r>
          </a:p>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8</a:t>
            </a:fld>
            <a:endParaRPr lang="fr-FR" dirty="0"/>
          </a:p>
        </p:txBody>
      </p:sp>
    </p:spTree>
    <p:extLst>
      <p:ext uri="{BB962C8B-B14F-4D97-AF65-F5344CB8AC3E}">
        <p14:creationId xmlns:p14="http://schemas.microsoft.com/office/powerpoint/2010/main" val="391435043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9</a:t>
            </a:fld>
            <a:endParaRPr lang="fr-FR" dirty="0"/>
          </a:p>
        </p:txBody>
      </p:sp>
    </p:spTree>
    <p:extLst>
      <p:ext uri="{BB962C8B-B14F-4D97-AF65-F5344CB8AC3E}">
        <p14:creationId xmlns:p14="http://schemas.microsoft.com/office/powerpoint/2010/main" val="48158365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10</a:t>
            </a:fld>
            <a:endParaRPr lang="fr-FR" dirty="0"/>
          </a:p>
        </p:txBody>
      </p:sp>
    </p:spTree>
    <p:extLst>
      <p:ext uri="{BB962C8B-B14F-4D97-AF65-F5344CB8AC3E}">
        <p14:creationId xmlns:p14="http://schemas.microsoft.com/office/powerpoint/2010/main" val="134764968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b="1" dirty="0" smtClean="0"/>
              <a:t>Le logo</a:t>
            </a:r>
          </a:p>
          <a:p>
            <a:pPr rtl="0"/>
            <a:r>
              <a:rPr lang="fr-FR" b="0" dirty="0" smtClean="0"/>
              <a:t>Son design minimaliste</a:t>
            </a:r>
            <a:r>
              <a:rPr lang="fr-FR" b="0" baseline="0" dirty="0" smtClean="0"/>
              <a:t> reflète l’accessibilité et l’efficacité du </a:t>
            </a:r>
            <a:r>
              <a:rPr lang="fr-FR" b="0" baseline="0" dirty="0" smtClean="0"/>
              <a:t>site. </a:t>
            </a:r>
            <a:endParaRPr lang="fr-FR" b="0"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11</a:t>
            </a:fld>
            <a:endParaRPr lang="fr-FR" dirty="0"/>
          </a:p>
        </p:txBody>
      </p:sp>
    </p:spTree>
    <p:extLst>
      <p:ext uri="{BB962C8B-B14F-4D97-AF65-F5344CB8AC3E}">
        <p14:creationId xmlns:p14="http://schemas.microsoft.com/office/powerpoint/2010/main" val="41352181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dirty="0" smtClean="0"/>
              <a:t>Le style </a:t>
            </a:r>
            <a:r>
              <a:rPr lang="fr-FR" dirty="0" err="1" smtClean="0"/>
              <a:t>Tile</a:t>
            </a:r>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12</a:t>
            </a:fld>
            <a:endParaRPr lang="fr-FR" dirty="0"/>
          </a:p>
        </p:txBody>
      </p:sp>
    </p:spTree>
    <p:extLst>
      <p:ext uri="{BB962C8B-B14F-4D97-AF65-F5344CB8AC3E}">
        <p14:creationId xmlns:p14="http://schemas.microsoft.com/office/powerpoint/2010/main" val="3229816586"/>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13</a:t>
            </a:fld>
            <a:endParaRPr lang="fr-FR" dirty="0"/>
          </a:p>
        </p:txBody>
      </p:sp>
    </p:spTree>
    <p:extLst>
      <p:ext uri="{BB962C8B-B14F-4D97-AF65-F5344CB8AC3E}">
        <p14:creationId xmlns:p14="http://schemas.microsoft.com/office/powerpoint/2010/main" val="91633196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dirty="0" smtClean="0"/>
              <a:t>Voici</a:t>
            </a:r>
            <a:r>
              <a:rPr lang="fr-FR" baseline="0" dirty="0" smtClean="0"/>
              <a:t> les maquettes pour la page d’accueil.</a:t>
            </a:r>
            <a:br>
              <a:rPr lang="fr-FR" baseline="0" dirty="0" smtClean="0"/>
            </a:br>
            <a:r>
              <a:rPr lang="fr-FR" baseline="0" dirty="0" smtClean="0"/>
              <a:t>Je suis partie pour faire du mobil first pour garder le côté professionnel </a:t>
            </a:r>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14</a:t>
            </a:fld>
            <a:endParaRPr lang="fr-FR" dirty="0"/>
          </a:p>
        </p:txBody>
      </p:sp>
    </p:spTree>
    <p:extLst>
      <p:ext uri="{BB962C8B-B14F-4D97-AF65-F5344CB8AC3E}">
        <p14:creationId xmlns:p14="http://schemas.microsoft.com/office/powerpoint/2010/main" val="615701109"/>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15</a:t>
            </a:fld>
            <a:endParaRPr lang="fr-FR" dirty="0"/>
          </a:p>
        </p:txBody>
      </p:sp>
    </p:spTree>
    <p:extLst>
      <p:ext uri="{BB962C8B-B14F-4D97-AF65-F5344CB8AC3E}">
        <p14:creationId xmlns:p14="http://schemas.microsoft.com/office/powerpoint/2010/main" val="2446268143"/>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dirty="0" smtClean="0"/>
              <a:t>Voici le diagramme de cas d’utilisation pour voir les fonctionnalités</a:t>
            </a:r>
            <a:r>
              <a:rPr lang="fr-FR" baseline="0" dirty="0" smtClean="0"/>
              <a:t> que peuvent faire les différents acteurs</a:t>
            </a:r>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16</a:t>
            </a:fld>
            <a:endParaRPr lang="fr-FR" dirty="0"/>
          </a:p>
        </p:txBody>
      </p:sp>
    </p:spTree>
    <p:extLst>
      <p:ext uri="{BB962C8B-B14F-4D97-AF65-F5344CB8AC3E}">
        <p14:creationId xmlns:p14="http://schemas.microsoft.com/office/powerpoint/2010/main" val="419546927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dirty="0" smtClean="0"/>
              <a:t>Voici le diagramme de séquence de la création d’une mission.</a:t>
            </a:r>
            <a:br>
              <a:rPr lang="fr-FR" dirty="0" smtClean="0"/>
            </a:br>
            <a:r>
              <a:rPr lang="fr-FR" dirty="0" smtClean="0"/>
              <a:t>L’employeur commence par cliquer sur l’option pour créer une mission. Le système affiche alors le formulaire, et l’employeur saisit les informations nécessaires, comme la description, la date ou le lieu.</a:t>
            </a:r>
            <a:br>
              <a:rPr lang="fr-FR" dirty="0" smtClean="0"/>
            </a:br>
            <a:r>
              <a:rPr lang="fr-FR" dirty="0" smtClean="0"/>
              <a:t>Quand il clique sur « valider », le système vérifie d’abord que tous les champs sont remplis. Si ce n’est pas le cas, il renvoie un message d’erreur et demande à l’utilisateur de compléter le formulaire.</a:t>
            </a:r>
            <a:br>
              <a:rPr lang="fr-FR" dirty="0" smtClean="0"/>
            </a:br>
            <a:r>
              <a:rPr lang="fr-FR" dirty="0" smtClean="0"/>
              <a:t>Ensuite, les entrées sont validées pour vérifier qu’elles sont correctes. Là encore, si une information est incorrecte, un message est affiché pour que l’employeur corrige ses données.</a:t>
            </a:r>
            <a:br>
              <a:rPr lang="fr-FR" dirty="0" smtClean="0"/>
            </a:br>
            <a:r>
              <a:rPr lang="fr-FR" dirty="0" smtClean="0"/>
              <a:t>Une fois les informations correctes, le système nettoie et prépare la requête, puis envoie les données à la base de données. Celle-ci exécute la requête et renvoie une réponse.</a:t>
            </a:r>
            <a:br>
              <a:rPr lang="fr-FR" dirty="0" smtClean="0"/>
            </a:br>
            <a:r>
              <a:rPr lang="fr-FR" dirty="0" smtClean="0"/>
              <a:t>Le système analyse la réponse : si la création est impossible, il informe l’employeur de l’erreur. Sinon, il confirme que la mission a bien été créée et affiche un message de succès</a:t>
            </a:r>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17</a:t>
            </a:fld>
            <a:endParaRPr lang="fr-FR" dirty="0"/>
          </a:p>
        </p:txBody>
      </p:sp>
    </p:spTree>
    <p:extLst>
      <p:ext uri="{BB962C8B-B14F-4D97-AF65-F5344CB8AC3E}">
        <p14:creationId xmlns:p14="http://schemas.microsoft.com/office/powerpoint/2010/main" val="188307436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dirty="0" smtClean="0"/>
              <a:t>Ici, on a le diagramme d’activité de la création d’une mission.</a:t>
            </a:r>
            <a:br>
              <a:rPr lang="fr-FR" dirty="0" smtClean="0"/>
            </a:br>
            <a:r>
              <a:rPr lang="fr-FR" dirty="0" smtClean="0"/>
              <a:t>Tout commence quand l’employeur clique sur « créer une nouvelle mission ». Le système affiche alors le formulaire et l’employeur saisit les informations.</a:t>
            </a:r>
            <a:br>
              <a:rPr lang="fr-FR" dirty="0" smtClean="0"/>
            </a:br>
            <a:r>
              <a:rPr lang="fr-FR" dirty="0" smtClean="0"/>
              <a:t>Quand il clique sur envoyer, le système vérifie d’abord que tous les champs obligatoires sont remplis. Si ce n’est pas le cas, un message d’erreur s’affiche et l’utilisateur doit compléter le formulaire.</a:t>
            </a:r>
            <a:br>
              <a:rPr lang="fr-FR" dirty="0" smtClean="0"/>
            </a:br>
            <a:r>
              <a:rPr lang="fr-FR" dirty="0" smtClean="0"/>
              <a:t>Si les champs sont remplis, les données sont nettoyées et validées. En cas d’erreur de saisie, un message est affiché pour informer l’utilisateur.</a:t>
            </a:r>
            <a:br>
              <a:rPr lang="fr-FR" dirty="0" smtClean="0"/>
            </a:br>
            <a:r>
              <a:rPr lang="fr-FR" dirty="0" smtClean="0"/>
              <a:t>Quand toutes les données sont correctes, le système prépare et envoie la requête à la base de données, qui l’exécute et renvoie une réponse.</a:t>
            </a:r>
            <a:br>
              <a:rPr lang="fr-FR" dirty="0" smtClean="0"/>
            </a:br>
            <a:r>
              <a:rPr lang="fr-FR" dirty="0" smtClean="0"/>
              <a:t>Le système vérifie cette réponse : si la base de données ne répond pas, un message d’erreur est affiché. Sinon, un message de confirmation indique que la mission a bien été créée</a:t>
            </a:r>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18</a:t>
            </a:fld>
            <a:endParaRPr lang="fr-FR" dirty="0"/>
          </a:p>
        </p:txBody>
      </p:sp>
    </p:spTree>
    <p:extLst>
      <p:ext uri="{BB962C8B-B14F-4D97-AF65-F5344CB8AC3E}">
        <p14:creationId xmlns:p14="http://schemas.microsoft.com/office/powerpoint/2010/main" val="3080746587"/>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dirty="0" smtClean="0"/>
              <a:t>Il s’agit du formulaire d’ajout d’une mission côté professionnel</a:t>
            </a:r>
            <a:r>
              <a:rPr lang="fr-FR" dirty="0" smtClean="0"/>
              <a:t>.</a:t>
            </a:r>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19</a:t>
            </a:fld>
            <a:endParaRPr lang="fr-FR" dirty="0"/>
          </a:p>
        </p:txBody>
      </p:sp>
    </p:spTree>
    <p:extLst>
      <p:ext uri="{BB962C8B-B14F-4D97-AF65-F5344CB8AC3E}">
        <p14:creationId xmlns:p14="http://schemas.microsoft.com/office/powerpoint/2010/main" val="86132929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dirty="0" smtClean="0"/>
              <a:t>Pour sécuriser mon formulaire, j’ai mis en place une validation côté client.</a:t>
            </a:r>
            <a:br>
              <a:rPr lang="fr-FR" dirty="0" smtClean="0"/>
            </a:br>
            <a:r>
              <a:rPr lang="fr-FR" dirty="0" smtClean="0"/>
              <a:t>Par exemple, pour le titre de la mission, je supprime les espaces inutiles, je vérifie qu’il contient au moins trois caractères et qu’il ne contient pas de caractères interdits grâce à une expression régulière.</a:t>
            </a:r>
            <a:br>
              <a:rPr lang="fr-FR" dirty="0" smtClean="0"/>
            </a:br>
            <a:r>
              <a:rPr lang="fr-FR" dirty="0" smtClean="0"/>
              <a:t>Ça permet d’éviter des erreurs de saisie et de limiter les risques d’injection de code malveillant.</a:t>
            </a:r>
            <a:br>
              <a:rPr lang="fr-FR" dirty="0" smtClean="0"/>
            </a:br>
            <a:r>
              <a:rPr lang="fr-FR" dirty="0" smtClean="0"/>
              <a:t>Bien sûr, dans une vraie application, cette validation serait aussi faite côté serveur pour renforcer la sécurité.</a:t>
            </a:r>
            <a:br>
              <a:rPr lang="fr-FR" dirty="0" smtClean="0"/>
            </a:br>
            <a:r>
              <a:rPr lang="fr-FR" dirty="0" smtClean="0"/>
              <a:t>Enfin, j’utilise </a:t>
            </a:r>
            <a:r>
              <a:rPr lang="fr-FR" b="1" dirty="0" err="1" smtClean="0"/>
              <a:t>Pinia</a:t>
            </a:r>
            <a:r>
              <a:rPr lang="fr-FR" dirty="0" smtClean="0"/>
              <a:t> comme store centralisé, ce qui me permet de stocker et partager les données du formulaire dans toute l’application de façon plus simple et plus fiable.</a:t>
            </a:r>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20</a:t>
            </a:fld>
            <a:endParaRPr lang="fr-FR" dirty="0"/>
          </a:p>
        </p:txBody>
      </p:sp>
    </p:spTree>
    <p:extLst>
      <p:ext uri="{BB962C8B-B14F-4D97-AF65-F5344CB8AC3E}">
        <p14:creationId xmlns:p14="http://schemas.microsoft.com/office/powerpoint/2010/main" val="801839072"/>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dirty="0" smtClean="0"/>
              <a:t>Ici, on a la partie du formulaire où l’utilisateur doit sélectionner les techniques nécessaires à la mission.</a:t>
            </a:r>
            <a:br>
              <a:rPr lang="fr-FR" dirty="0" smtClean="0"/>
            </a:br>
            <a:r>
              <a:rPr lang="fr-FR" dirty="0" smtClean="0"/>
              <a:t>Dans cet exemple, on affiche la catégorie </a:t>
            </a:r>
            <a:r>
              <a:rPr lang="fr-FR" i="1" dirty="0" smtClean="0"/>
              <a:t>Entretien courant</a:t>
            </a:r>
            <a:r>
              <a:rPr lang="fr-FR" dirty="0" smtClean="0"/>
              <a:t> avec plusieurs cases à cocher, comme Sanitaire, Bureau, Sol ou Vitres.</a:t>
            </a:r>
            <a:br>
              <a:rPr lang="fr-FR" dirty="0" smtClean="0"/>
            </a:br>
            <a:r>
              <a:rPr lang="fr-FR" dirty="0" smtClean="0"/>
              <a:t>Chaque case est reliée au modèle </a:t>
            </a:r>
            <a:r>
              <a:rPr lang="fr-FR" dirty="0" err="1" smtClean="0"/>
              <a:t>selectedTechniques</a:t>
            </a:r>
            <a:r>
              <a:rPr lang="fr-FR" dirty="0" smtClean="0"/>
              <a:t> avec v-model, ce qui permet de stocker en direct les choix de l’utilisateur.</a:t>
            </a:r>
            <a:br>
              <a:rPr lang="fr-FR" dirty="0" smtClean="0"/>
            </a:br>
            <a:r>
              <a:rPr lang="fr-FR" dirty="0" smtClean="0"/>
              <a:t>J’ai aussi ajouté une fonction de validation </a:t>
            </a:r>
            <a:r>
              <a:rPr lang="fr-FR" dirty="0" err="1" smtClean="0"/>
              <a:t>validateTechniques</a:t>
            </a:r>
            <a:r>
              <a:rPr lang="fr-FR" dirty="0" smtClean="0"/>
              <a:t> : si aucune technique n’est cochée, un message d’erreur s’affiche. Dès que l’utilisateur coche une case, l’erreur disparaît et la sélection est sauvegardée en temps réel</a:t>
            </a:r>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21</a:t>
            </a:fld>
            <a:endParaRPr lang="fr-FR" dirty="0"/>
          </a:p>
        </p:txBody>
      </p:sp>
    </p:spTree>
    <p:extLst>
      <p:ext uri="{BB962C8B-B14F-4D97-AF65-F5344CB8AC3E}">
        <p14:creationId xmlns:p14="http://schemas.microsoft.com/office/powerpoint/2010/main" val="2699702659"/>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22</a:t>
            </a:fld>
            <a:endParaRPr lang="fr-FR" dirty="0"/>
          </a:p>
        </p:txBody>
      </p:sp>
    </p:spTree>
    <p:extLst>
      <p:ext uri="{BB962C8B-B14F-4D97-AF65-F5344CB8AC3E}">
        <p14:creationId xmlns:p14="http://schemas.microsoft.com/office/powerpoint/2010/main" val="66202919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23</a:t>
            </a:fld>
            <a:endParaRPr lang="fr-FR" dirty="0"/>
          </a:p>
        </p:txBody>
      </p:sp>
    </p:spTree>
    <p:extLst>
      <p:ext uri="{BB962C8B-B14F-4D97-AF65-F5344CB8AC3E}">
        <p14:creationId xmlns:p14="http://schemas.microsoft.com/office/powerpoint/2010/main" val="10548011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r>
              <a:rPr lang="fr-FR" b="0" dirty="0" err="1" smtClean="0"/>
              <a:t>Mock</a:t>
            </a:r>
            <a:r>
              <a:rPr lang="fr-FR" b="0" baseline="0" dirty="0" smtClean="0"/>
              <a:t> up version desktop</a:t>
            </a:r>
          </a:p>
          <a:p>
            <a:pPr rtl="0"/>
            <a:r>
              <a:rPr lang="fr-FR" b="0" baseline="0" dirty="0" err="1" smtClean="0"/>
              <a:t>Mock</a:t>
            </a:r>
            <a:r>
              <a:rPr lang="fr-FR" b="0" baseline="0" dirty="0" smtClean="0"/>
              <a:t> up création </a:t>
            </a:r>
            <a:r>
              <a:rPr lang="fr-FR" b="0" baseline="0" smtClean="0"/>
              <a:t>de mission</a:t>
            </a:r>
            <a:endParaRPr lang="fr-FR" b="0" baseline="0" dirty="0" smtClean="0"/>
          </a:p>
          <a:p>
            <a:pPr rtl="0"/>
            <a:r>
              <a:rPr lang="fr-FR" b="0" baseline="0" dirty="0" smtClean="0"/>
              <a:t>Diagramme d’activité</a:t>
            </a:r>
          </a:p>
          <a:p>
            <a:pPr rtl="0"/>
            <a:r>
              <a:rPr lang="fr-FR" b="0" baseline="0" dirty="0" smtClean="0"/>
              <a:t>Diagramme de séquence</a:t>
            </a:r>
          </a:p>
          <a:p>
            <a:pPr rtl="0"/>
            <a:r>
              <a:rPr lang="fr-FR" b="0" baseline="0" dirty="0" smtClean="0"/>
              <a:t>Matrice de risques </a:t>
            </a:r>
            <a:endParaRPr lang="fr-FR" b="0"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24</a:t>
            </a:fld>
            <a:endParaRPr lang="fr-FR" dirty="0"/>
          </a:p>
        </p:txBody>
      </p:sp>
    </p:spTree>
    <p:extLst>
      <p:ext uri="{BB962C8B-B14F-4D97-AF65-F5344CB8AC3E}">
        <p14:creationId xmlns:p14="http://schemas.microsoft.com/office/powerpoint/2010/main" val="4071454770"/>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25</a:t>
            </a:fld>
            <a:endParaRPr lang="fr-FR" dirty="0"/>
          </a:p>
        </p:txBody>
      </p:sp>
    </p:spTree>
    <p:extLst>
      <p:ext uri="{BB962C8B-B14F-4D97-AF65-F5344CB8AC3E}">
        <p14:creationId xmlns:p14="http://schemas.microsoft.com/office/powerpoint/2010/main" val="279578734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26</a:t>
            </a:fld>
            <a:endParaRPr lang="fr-FR" dirty="0"/>
          </a:p>
        </p:txBody>
      </p:sp>
    </p:spTree>
    <p:extLst>
      <p:ext uri="{BB962C8B-B14F-4D97-AF65-F5344CB8AC3E}">
        <p14:creationId xmlns:p14="http://schemas.microsoft.com/office/powerpoint/2010/main" val="363994433"/>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commentaires 2"/>
          <p:cNvSpPr>
            <a:spLocks noGrp="1"/>
          </p:cNvSpPr>
          <p:nvPr>
            <p:ph type="body" idx="1"/>
          </p:nvPr>
        </p:nvSpPr>
        <p:spPr/>
        <p:txBody>
          <a:bodyPr rtlCol="0"/>
          <a:lstStyle/>
          <a:p>
            <a:pPr rtl="0"/>
            <a:endParaRPr lang="fr-FR" dirty="0"/>
          </a:p>
        </p:txBody>
      </p:sp>
      <p:sp>
        <p:nvSpPr>
          <p:cNvPr id="4" name="Espace réservé du numéro de diapositive 3"/>
          <p:cNvSpPr>
            <a:spLocks noGrp="1"/>
          </p:cNvSpPr>
          <p:nvPr>
            <p:ph type="sldNum" sz="quarter" idx="5"/>
          </p:nvPr>
        </p:nvSpPr>
        <p:spPr/>
        <p:txBody>
          <a:bodyPr rtlCol="0"/>
          <a:lstStyle/>
          <a:p>
            <a:pPr rtl="0"/>
            <a:fld id="{BE60DC36-8EFA-4378-9855-E019C55AC472}" type="slidenum">
              <a:rPr lang="fr-FR" smtClean="0"/>
              <a:t>27</a:t>
            </a:fld>
            <a:endParaRPr lang="fr-FR" dirty="0"/>
          </a:p>
        </p:txBody>
      </p:sp>
    </p:spTree>
    <p:extLst>
      <p:ext uri="{BB962C8B-B14F-4D97-AF65-F5344CB8AC3E}">
        <p14:creationId xmlns:p14="http://schemas.microsoft.com/office/powerpoint/2010/main" val="249732656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E0F864C-44C4-4000-952D-01F31BFB3FD3}"/>
              </a:ext>
            </a:extLst>
          </p:cNvPr>
          <p:cNvSpPr>
            <a:spLocks noGrp="1"/>
          </p:cNvSpPr>
          <p:nvPr>
            <p:ph type="ctrTitle"/>
          </p:nvPr>
        </p:nvSpPr>
        <p:spPr>
          <a:xfrm>
            <a:off x="1524000" y="1122363"/>
            <a:ext cx="9144000" cy="2387600"/>
          </a:xfrm>
        </p:spPr>
        <p:txBody>
          <a:bodyPr rtlCol="0" anchor="b"/>
          <a:lstStyle>
            <a:lvl1pPr algn="ctr">
              <a:defRPr sz="6000"/>
            </a:lvl1pPr>
          </a:lstStyle>
          <a:p>
            <a:pPr rtl="0"/>
            <a:r>
              <a:rPr lang="fr-FR" noProof="0" smtClean="0"/>
              <a:t>Modifiez le style du titre</a:t>
            </a:r>
            <a:endParaRPr lang="fr-FR" noProof="0" dirty="0"/>
          </a:p>
        </p:txBody>
      </p:sp>
      <p:sp>
        <p:nvSpPr>
          <p:cNvPr id="3" name="Sous-titre 2">
            <a:extLst>
              <a:ext uri="{FF2B5EF4-FFF2-40B4-BE49-F238E27FC236}">
                <a16:creationId xmlns:a16="http://schemas.microsoft.com/office/drawing/2014/main" id="{21392E06-C914-467E-9D4F-BD763EDA2DD5}"/>
              </a:ext>
            </a:extLst>
          </p:cNvPr>
          <p:cNvSpPr>
            <a:spLocks noGrp="1"/>
          </p:cNvSpPr>
          <p:nvPr>
            <p:ph type="subTitle" idx="1"/>
          </p:nvPr>
        </p:nvSpPr>
        <p:spPr>
          <a:xfrm>
            <a:off x="1524000" y="3602038"/>
            <a:ext cx="9144000" cy="1655762"/>
          </a:xfrm>
        </p:spPr>
        <p:txBody>
          <a:bodyPr rtlCol="0"/>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pPr rtl="0"/>
            <a:r>
              <a:rPr lang="fr-FR" noProof="0" smtClean="0"/>
              <a:t>Modifier le style des sous-titres du masque</a:t>
            </a:r>
            <a:endParaRPr lang="fr-FR" noProof="0" dirty="0"/>
          </a:p>
        </p:txBody>
      </p:sp>
      <p:sp>
        <p:nvSpPr>
          <p:cNvPr id="4" name="Espace réservé de la date 3">
            <a:extLst>
              <a:ext uri="{FF2B5EF4-FFF2-40B4-BE49-F238E27FC236}">
                <a16:creationId xmlns:a16="http://schemas.microsoft.com/office/drawing/2014/main" id="{1FBEFBAF-82E9-49AD-B2CF-7D154E024431}"/>
              </a:ext>
            </a:extLst>
          </p:cNvPr>
          <p:cNvSpPr>
            <a:spLocks noGrp="1"/>
          </p:cNvSpPr>
          <p:nvPr>
            <p:ph type="dt" sz="half" idx="10"/>
          </p:nvPr>
        </p:nvSpPr>
        <p:spPr/>
        <p:txBody>
          <a:bodyPr rtlCol="0"/>
          <a:lstStyle/>
          <a:p>
            <a:pPr rtl="0"/>
            <a:fld id="{B59ABA2D-EC8C-4D18-9F71-F0CE53B1B75D}" type="datetime1">
              <a:rPr lang="fr-FR" noProof="0" smtClean="0"/>
              <a:t>30/09/2025</a:t>
            </a:fld>
            <a:endParaRPr lang="fr-FR" noProof="0" dirty="0"/>
          </a:p>
        </p:txBody>
      </p:sp>
      <p:sp>
        <p:nvSpPr>
          <p:cNvPr id="5" name="Espace réservé du pied de page 4">
            <a:extLst>
              <a:ext uri="{FF2B5EF4-FFF2-40B4-BE49-F238E27FC236}">
                <a16:creationId xmlns:a16="http://schemas.microsoft.com/office/drawing/2014/main" id="{5AD8006A-94B1-44F7-972D-56767EDE3CC3}"/>
              </a:ext>
            </a:extLst>
          </p:cNvPr>
          <p:cNvSpPr>
            <a:spLocks noGrp="1"/>
          </p:cNvSpPr>
          <p:nvPr>
            <p:ph type="ftr" sz="quarter" idx="11"/>
          </p:nvPr>
        </p:nvSpPr>
        <p:spPr/>
        <p:txBody>
          <a:bodyPr rtlCol="0"/>
          <a:lstStyle/>
          <a:p>
            <a:pPr rtl="0"/>
            <a:endParaRPr lang="fr-FR" noProof="0" dirty="0"/>
          </a:p>
        </p:txBody>
      </p:sp>
      <p:sp>
        <p:nvSpPr>
          <p:cNvPr id="6" name="Espace réservé du numéro de diapositive 5">
            <a:extLst>
              <a:ext uri="{FF2B5EF4-FFF2-40B4-BE49-F238E27FC236}">
                <a16:creationId xmlns:a16="http://schemas.microsoft.com/office/drawing/2014/main" id="{F5E7BFAB-D84B-45E1-A0BD-2516AC14F8AC}"/>
              </a:ext>
            </a:extLst>
          </p:cNvPr>
          <p:cNvSpPr>
            <a:spLocks noGrp="1"/>
          </p:cNvSpPr>
          <p:nvPr>
            <p:ph type="sldNum" sz="quarter" idx="12"/>
          </p:nvPr>
        </p:nvSpPr>
        <p:spPr/>
        <p:txBody>
          <a:bodyPr rtlCol="0"/>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4856463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C807FBE-061D-452C-A8A6-213063CFD678}"/>
              </a:ext>
            </a:extLst>
          </p:cNvPr>
          <p:cNvSpPr>
            <a:spLocks noGrp="1"/>
          </p:cNvSpPr>
          <p:nvPr>
            <p:ph type="title"/>
          </p:nvPr>
        </p:nvSpPr>
        <p:spPr/>
        <p:txBody>
          <a:bodyPr rtlCol="0"/>
          <a:lstStyle/>
          <a:p>
            <a:pPr rtl="0"/>
            <a:r>
              <a:rPr lang="fr-FR" noProof="0" smtClean="0"/>
              <a:t>Modifiez le style du titre</a:t>
            </a:r>
            <a:endParaRPr lang="fr-FR" noProof="0" dirty="0"/>
          </a:p>
        </p:txBody>
      </p:sp>
      <p:sp>
        <p:nvSpPr>
          <p:cNvPr id="3" name="Espace réservé du contenu 2">
            <a:extLst>
              <a:ext uri="{FF2B5EF4-FFF2-40B4-BE49-F238E27FC236}">
                <a16:creationId xmlns:a16="http://schemas.microsoft.com/office/drawing/2014/main" id="{433A3535-1708-499D-B5D2-7D8F9FD182D0}"/>
              </a:ext>
            </a:extLst>
          </p:cNvPr>
          <p:cNvSpPr>
            <a:spLocks noGrp="1"/>
          </p:cNvSpPr>
          <p:nvPr>
            <p:ph idx="1"/>
          </p:nvPr>
        </p:nvSpPr>
        <p:spPr/>
        <p:txBody>
          <a:bodyPr rtlCol="0"/>
          <a:lstStyle/>
          <a:p>
            <a:pPr lvl="0" rtl="0"/>
            <a:r>
              <a:rPr lang="fr-FR" noProof="0" smtClean="0"/>
              <a:t>Modifier les styles du texte du masque</a:t>
            </a:r>
          </a:p>
          <a:p>
            <a:pPr lvl="1" rtl="0"/>
            <a:r>
              <a:rPr lang="fr-FR" noProof="0" smtClean="0"/>
              <a:t>Deuxième niveau</a:t>
            </a:r>
          </a:p>
          <a:p>
            <a:pPr lvl="2" rtl="0"/>
            <a:r>
              <a:rPr lang="fr-FR" noProof="0" smtClean="0"/>
              <a:t>Troisième niveau</a:t>
            </a:r>
          </a:p>
          <a:p>
            <a:pPr lvl="3" rtl="0"/>
            <a:r>
              <a:rPr lang="fr-FR" noProof="0" smtClean="0"/>
              <a:t>Quatrième niveau</a:t>
            </a:r>
          </a:p>
          <a:p>
            <a:pPr lvl="4" rtl="0"/>
            <a:r>
              <a:rPr lang="fr-FR" noProof="0" smtClean="0"/>
              <a:t>Cinquième niveau</a:t>
            </a:r>
            <a:endParaRPr lang="fr-FR" noProof="0" dirty="0"/>
          </a:p>
        </p:txBody>
      </p:sp>
      <p:sp>
        <p:nvSpPr>
          <p:cNvPr id="4" name="Espace réservé de la date 3">
            <a:extLst>
              <a:ext uri="{FF2B5EF4-FFF2-40B4-BE49-F238E27FC236}">
                <a16:creationId xmlns:a16="http://schemas.microsoft.com/office/drawing/2014/main" id="{ACB06063-A112-49AB-80C8-504D99ECD771}"/>
              </a:ext>
            </a:extLst>
          </p:cNvPr>
          <p:cNvSpPr>
            <a:spLocks noGrp="1"/>
          </p:cNvSpPr>
          <p:nvPr>
            <p:ph type="dt" sz="half" idx="10"/>
          </p:nvPr>
        </p:nvSpPr>
        <p:spPr/>
        <p:txBody>
          <a:bodyPr rtlCol="0"/>
          <a:lstStyle/>
          <a:p>
            <a:pPr rtl="0"/>
            <a:fld id="{268F706A-1E74-4E8D-8BD0-42FCD702F11D}" type="datetime1">
              <a:rPr lang="fr-FR" noProof="0" smtClean="0"/>
              <a:t>30/09/2025</a:t>
            </a:fld>
            <a:endParaRPr lang="fr-FR" noProof="0" dirty="0"/>
          </a:p>
        </p:txBody>
      </p:sp>
      <p:sp>
        <p:nvSpPr>
          <p:cNvPr id="5" name="Espace réservé du pied de page 4">
            <a:extLst>
              <a:ext uri="{FF2B5EF4-FFF2-40B4-BE49-F238E27FC236}">
                <a16:creationId xmlns:a16="http://schemas.microsoft.com/office/drawing/2014/main" id="{6344C8D5-F898-4318-A76D-1FBD87329198}"/>
              </a:ext>
            </a:extLst>
          </p:cNvPr>
          <p:cNvSpPr>
            <a:spLocks noGrp="1"/>
          </p:cNvSpPr>
          <p:nvPr>
            <p:ph type="ftr" sz="quarter" idx="11"/>
          </p:nvPr>
        </p:nvSpPr>
        <p:spPr/>
        <p:txBody>
          <a:bodyPr rtlCol="0"/>
          <a:lstStyle/>
          <a:p>
            <a:pPr rtl="0"/>
            <a:endParaRPr lang="fr-FR" noProof="0" dirty="0"/>
          </a:p>
        </p:txBody>
      </p:sp>
      <p:sp>
        <p:nvSpPr>
          <p:cNvPr id="6" name="Espace réservé du numéro de diapositive 5">
            <a:extLst>
              <a:ext uri="{FF2B5EF4-FFF2-40B4-BE49-F238E27FC236}">
                <a16:creationId xmlns:a16="http://schemas.microsoft.com/office/drawing/2014/main" id="{2976EC76-E8E8-4FFA-B671-7FA2F3EF5DEF}"/>
              </a:ext>
            </a:extLst>
          </p:cNvPr>
          <p:cNvSpPr>
            <a:spLocks noGrp="1"/>
          </p:cNvSpPr>
          <p:nvPr>
            <p:ph type="sldNum" sz="quarter" idx="12"/>
          </p:nvPr>
        </p:nvSpPr>
        <p:spPr/>
        <p:txBody>
          <a:bodyPr rtlCol="0"/>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278928729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têt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6C2CABF-E3C1-431A-A69C-D4881CC43F0F}"/>
              </a:ext>
            </a:extLst>
          </p:cNvPr>
          <p:cNvSpPr>
            <a:spLocks noGrp="1"/>
          </p:cNvSpPr>
          <p:nvPr>
            <p:ph type="title"/>
          </p:nvPr>
        </p:nvSpPr>
        <p:spPr>
          <a:xfrm>
            <a:off x="831850" y="1709738"/>
            <a:ext cx="10515600" cy="2852737"/>
          </a:xfrm>
        </p:spPr>
        <p:txBody>
          <a:bodyPr rtlCol="0" anchor="b"/>
          <a:lstStyle>
            <a:lvl1pPr>
              <a:defRPr sz="6000"/>
            </a:lvl1pPr>
          </a:lstStyle>
          <a:p>
            <a:pPr rtl="0"/>
            <a:r>
              <a:rPr lang="fr-FR" noProof="0" smtClean="0"/>
              <a:t>Modifiez le style du titre</a:t>
            </a:r>
            <a:endParaRPr lang="fr-FR" noProof="0" dirty="0"/>
          </a:p>
        </p:txBody>
      </p:sp>
      <p:sp>
        <p:nvSpPr>
          <p:cNvPr id="3" name="Espace réservé du texte 2">
            <a:extLst>
              <a:ext uri="{FF2B5EF4-FFF2-40B4-BE49-F238E27FC236}">
                <a16:creationId xmlns:a16="http://schemas.microsoft.com/office/drawing/2014/main" id="{D5584226-69DA-4211-B2C8-C29FD05A4A69}"/>
              </a:ext>
            </a:extLst>
          </p:cNvPr>
          <p:cNvSpPr>
            <a:spLocks noGrp="1"/>
          </p:cNvSpPr>
          <p:nvPr>
            <p:ph type="body" idx="1"/>
          </p:nvPr>
        </p:nvSpPr>
        <p:spPr>
          <a:xfrm>
            <a:off x="831850" y="4589463"/>
            <a:ext cx="10515600" cy="1500187"/>
          </a:xfrm>
        </p:spPr>
        <p:txBody>
          <a:bodyPr rtlCol="0"/>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rtl="0"/>
            <a:r>
              <a:rPr lang="fr-FR" noProof="0" smtClean="0"/>
              <a:t>Modifier les styles du texte du masque</a:t>
            </a:r>
          </a:p>
        </p:txBody>
      </p:sp>
      <p:sp>
        <p:nvSpPr>
          <p:cNvPr id="4" name="Espace réservé de la date 3">
            <a:extLst>
              <a:ext uri="{FF2B5EF4-FFF2-40B4-BE49-F238E27FC236}">
                <a16:creationId xmlns:a16="http://schemas.microsoft.com/office/drawing/2014/main" id="{D5FF82DB-B518-40FD-8A66-44B874C055FB}"/>
              </a:ext>
            </a:extLst>
          </p:cNvPr>
          <p:cNvSpPr>
            <a:spLocks noGrp="1"/>
          </p:cNvSpPr>
          <p:nvPr>
            <p:ph type="dt" sz="half" idx="10"/>
          </p:nvPr>
        </p:nvSpPr>
        <p:spPr/>
        <p:txBody>
          <a:bodyPr rtlCol="0"/>
          <a:lstStyle/>
          <a:p>
            <a:pPr rtl="0"/>
            <a:fld id="{24A3EA37-460B-4F3F-9842-96D8314D84FE}" type="datetime1">
              <a:rPr lang="fr-FR" noProof="0" smtClean="0"/>
              <a:t>30/09/2025</a:t>
            </a:fld>
            <a:endParaRPr lang="fr-FR" noProof="0" dirty="0"/>
          </a:p>
        </p:txBody>
      </p:sp>
      <p:sp>
        <p:nvSpPr>
          <p:cNvPr id="5" name="Espace réservé du pied de page 4">
            <a:extLst>
              <a:ext uri="{FF2B5EF4-FFF2-40B4-BE49-F238E27FC236}">
                <a16:creationId xmlns:a16="http://schemas.microsoft.com/office/drawing/2014/main" id="{FCC1CCEE-725F-4745-837B-87EFB70E71D8}"/>
              </a:ext>
            </a:extLst>
          </p:cNvPr>
          <p:cNvSpPr>
            <a:spLocks noGrp="1"/>
          </p:cNvSpPr>
          <p:nvPr>
            <p:ph type="ftr" sz="quarter" idx="11"/>
          </p:nvPr>
        </p:nvSpPr>
        <p:spPr/>
        <p:txBody>
          <a:bodyPr rtlCol="0"/>
          <a:lstStyle/>
          <a:p>
            <a:pPr rtl="0"/>
            <a:endParaRPr lang="fr-FR" noProof="0" dirty="0"/>
          </a:p>
        </p:txBody>
      </p:sp>
      <p:sp>
        <p:nvSpPr>
          <p:cNvPr id="6" name="Espace réservé du numéro de diapositive 5">
            <a:extLst>
              <a:ext uri="{FF2B5EF4-FFF2-40B4-BE49-F238E27FC236}">
                <a16:creationId xmlns:a16="http://schemas.microsoft.com/office/drawing/2014/main" id="{C561522A-E0E6-406B-BF30-A7C7A57294BE}"/>
              </a:ext>
            </a:extLst>
          </p:cNvPr>
          <p:cNvSpPr>
            <a:spLocks noGrp="1"/>
          </p:cNvSpPr>
          <p:nvPr>
            <p:ph type="sldNum" sz="quarter" idx="12"/>
          </p:nvPr>
        </p:nvSpPr>
        <p:spPr/>
        <p:txBody>
          <a:bodyPr rtlCol="0"/>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12300417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DBCC9BDC-6F21-4EF5-A8DD-E35E27EACA58}"/>
              </a:ext>
            </a:extLst>
          </p:cNvPr>
          <p:cNvSpPr>
            <a:spLocks noGrp="1"/>
          </p:cNvSpPr>
          <p:nvPr>
            <p:ph type="title"/>
          </p:nvPr>
        </p:nvSpPr>
        <p:spPr/>
        <p:txBody>
          <a:bodyPr rtlCol="0"/>
          <a:lstStyle/>
          <a:p>
            <a:pPr rtl="0"/>
            <a:r>
              <a:rPr lang="fr-FR" noProof="0" smtClean="0"/>
              <a:t>Modifiez le style du titre</a:t>
            </a:r>
            <a:endParaRPr lang="fr-FR" noProof="0" dirty="0"/>
          </a:p>
        </p:txBody>
      </p:sp>
      <p:sp>
        <p:nvSpPr>
          <p:cNvPr id="3" name="Espace réservé du contenu 2">
            <a:extLst>
              <a:ext uri="{FF2B5EF4-FFF2-40B4-BE49-F238E27FC236}">
                <a16:creationId xmlns:a16="http://schemas.microsoft.com/office/drawing/2014/main" id="{6B968D5F-2AB6-42D3-A54E-AB3E60325170}"/>
              </a:ext>
            </a:extLst>
          </p:cNvPr>
          <p:cNvSpPr>
            <a:spLocks noGrp="1"/>
          </p:cNvSpPr>
          <p:nvPr>
            <p:ph sz="half" idx="1"/>
          </p:nvPr>
        </p:nvSpPr>
        <p:spPr>
          <a:xfrm>
            <a:off x="838200" y="1825625"/>
            <a:ext cx="5181600" cy="4351338"/>
          </a:xfrm>
        </p:spPr>
        <p:txBody>
          <a:bodyPr rtlCol="0"/>
          <a:lstStyle/>
          <a:p>
            <a:pPr lvl="0" rtl="0"/>
            <a:r>
              <a:rPr lang="fr-FR" noProof="0" smtClean="0"/>
              <a:t>Modifier les styles du texte du masque</a:t>
            </a:r>
          </a:p>
          <a:p>
            <a:pPr lvl="1" rtl="0"/>
            <a:r>
              <a:rPr lang="fr-FR" noProof="0" smtClean="0"/>
              <a:t>Deuxième niveau</a:t>
            </a:r>
          </a:p>
          <a:p>
            <a:pPr lvl="2" rtl="0"/>
            <a:r>
              <a:rPr lang="fr-FR" noProof="0" smtClean="0"/>
              <a:t>Troisième niveau</a:t>
            </a:r>
          </a:p>
          <a:p>
            <a:pPr lvl="3" rtl="0"/>
            <a:r>
              <a:rPr lang="fr-FR" noProof="0" smtClean="0"/>
              <a:t>Quatrième niveau</a:t>
            </a:r>
          </a:p>
          <a:p>
            <a:pPr lvl="4" rtl="0"/>
            <a:r>
              <a:rPr lang="fr-FR" noProof="0" smtClean="0"/>
              <a:t>Cinquième niveau</a:t>
            </a:r>
            <a:endParaRPr lang="fr-FR" noProof="0" dirty="0"/>
          </a:p>
        </p:txBody>
      </p:sp>
      <p:sp>
        <p:nvSpPr>
          <p:cNvPr id="4" name="Espace réservé du contenu 3">
            <a:extLst>
              <a:ext uri="{FF2B5EF4-FFF2-40B4-BE49-F238E27FC236}">
                <a16:creationId xmlns:a16="http://schemas.microsoft.com/office/drawing/2014/main" id="{465AB07F-D5F7-402A-AE4E-027BF1CA9127}"/>
              </a:ext>
            </a:extLst>
          </p:cNvPr>
          <p:cNvSpPr>
            <a:spLocks noGrp="1"/>
          </p:cNvSpPr>
          <p:nvPr>
            <p:ph sz="half" idx="2"/>
          </p:nvPr>
        </p:nvSpPr>
        <p:spPr>
          <a:xfrm>
            <a:off x="6172200" y="1825625"/>
            <a:ext cx="5181600" cy="4351338"/>
          </a:xfrm>
        </p:spPr>
        <p:txBody>
          <a:bodyPr rtlCol="0"/>
          <a:lstStyle/>
          <a:p>
            <a:pPr lvl="0" rtl="0"/>
            <a:r>
              <a:rPr lang="fr-FR" noProof="0" smtClean="0"/>
              <a:t>Modifier les styles du texte du masque</a:t>
            </a:r>
          </a:p>
          <a:p>
            <a:pPr lvl="1" rtl="0"/>
            <a:r>
              <a:rPr lang="fr-FR" noProof="0" smtClean="0"/>
              <a:t>Deuxième niveau</a:t>
            </a:r>
          </a:p>
          <a:p>
            <a:pPr lvl="2" rtl="0"/>
            <a:r>
              <a:rPr lang="fr-FR" noProof="0" smtClean="0"/>
              <a:t>Troisième niveau</a:t>
            </a:r>
          </a:p>
          <a:p>
            <a:pPr lvl="3" rtl="0"/>
            <a:r>
              <a:rPr lang="fr-FR" noProof="0" smtClean="0"/>
              <a:t>Quatrième niveau</a:t>
            </a:r>
          </a:p>
          <a:p>
            <a:pPr lvl="4" rtl="0"/>
            <a:r>
              <a:rPr lang="fr-FR" noProof="0" smtClean="0"/>
              <a:t>Cinquième niveau</a:t>
            </a:r>
            <a:endParaRPr lang="fr-FR" noProof="0" dirty="0"/>
          </a:p>
        </p:txBody>
      </p:sp>
      <p:sp>
        <p:nvSpPr>
          <p:cNvPr id="5" name="Espace réservé de la date 4">
            <a:extLst>
              <a:ext uri="{FF2B5EF4-FFF2-40B4-BE49-F238E27FC236}">
                <a16:creationId xmlns:a16="http://schemas.microsoft.com/office/drawing/2014/main" id="{85108EDC-3863-43B9-93C7-37465DC73B28}"/>
              </a:ext>
            </a:extLst>
          </p:cNvPr>
          <p:cNvSpPr>
            <a:spLocks noGrp="1"/>
          </p:cNvSpPr>
          <p:nvPr>
            <p:ph type="dt" sz="half" idx="10"/>
          </p:nvPr>
        </p:nvSpPr>
        <p:spPr/>
        <p:txBody>
          <a:bodyPr rtlCol="0"/>
          <a:lstStyle/>
          <a:p>
            <a:pPr rtl="0"/>
            <a:fld id="{D125DFF2-E67C-4063-BDA8-CFBC65D0144D}" type="datetime1">
              <a:rPr lang="fr-FR" noProof="0" smtClean="0"/>
              <a:t>30/09/2025</a:t>
            </a:fld>
            <a:endParaRPr lang="fr-FR" noProof="0" dirty="0"/>
          </a:p>
        </p:txBody>
      </p:sp>
      <p:sp>
        <p:nvSpPr>
          <p:cNvPr id="6" name="Espace réservé du pied de page 5">
            <a:extLst>
              <a:ext uri="{FF2B5EF4-FFF2-40B4-BE49-F238E27FC236}">
                <a16:creationId xmlns:a16="http://schemas.microsoft.com/office/drawing/2014/main" id="{A777D452-958D-4159-A9A4-16DD29680A04}"/>
              </a:ext>
            </a:extLst>
          </p:cNvPr>
          <p:cNvSpPr>
            <a:spLocks noGrp="1"/>
          </p:cNvSpPr>
          <p:nvPr>
            <p:ph type="ftr" sz="quarter" idx="11"/>
          </p:nvPr>
        </p:nvSpPr>
        <p:spPr/>
        <p:txBody>
          <a:bodyPr rtlCol="0"/>
          <a:lstStyle/>
          <a:p>
            <a:pPr rtl="0"/>
            <a:endParaRPr lang="fr-FR" noProof="0" dirty="0"/>
          </a:p>
        </p:txBody>
      </p:sp>
      <p:sp>
        <p:nvSpPr>
          <p:cNvPr id="7" name="Espace réservé du numéro de diapositive 6">
            <a:extLst>
              <a:ext uri="{FF2B5EF4-FFF2-40B4-BE49-F238E27FC236}">
                <a16:creationId xmlns:a16="http://schemas.microsoft.com/office/drawing/2014/main" id="{289654B6-1460-48B9-AC7E-592F68BAB276}"/>
              </a:ext>
            </a:extLst>
          </p:cNvPr>
          <p:cNvSpPr>
            <a:spLocks noGrp="1"/>
          </p:cNvSpPr>
          <p:nvPr>
            <p:ph type="sldNum" sz="quarter" idx="12"/>
          </p:nvPr>
        </p:nvSpPr>
        <p:spPr/>
        <p:txBody>
          <a:bodyPr rtlCol="0"/>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39740413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EE8C848-926A-4FD3-A311-A100A2662BE1}"/>
              </a:ext>
            </a:extLst>
          </p:cNvPr>
          <p:cNvSpPr>
            <a:spLocks noGrp="1"/>
          </p:cNvSpPr>
          <p:nvPr>
            <p:ph type="title"/>
          </p:nvPr>
        </p:nvSpPr>
        <p:spPr>
          <a:xfrm>
            <a:off x="839788" y="365125"/>
            <a:ext cx="10515600" cy="1325563"/>
          </a:xfrm>
        </p:spPr>
        <p:txBody>
          <a:bodyPr rtlCol="0"/>
          <a:lstStyle/>
          <a:p>
            <a:pPr rtl="0"/>
            <a:r>
              <a:rPr lang="fr-FR" noProof="0" smtClean="0"/>
              <a:t>Modifiez le style du titre</a:t>
            </a:r>
            <a:endParaRPr lang="fr-FR" noProof="0" dirty="0"/>
          </a:p>
        </p:txBody>
      </p:sp>
      <p:sp>
        <p:nvSpPr>
          <p:cNvPr id="3" name="Espace réservé du texte 2">
            <a:extLst>
              <a:ext uri="{FF2B5EF4-FFF2-40B4-BE49-F238E27FC236}">
                <a16:creationId xmlns:a16="http://schemas.microsoft.com/office/drawing/2014/main" id="{3C8ECD90-B4F0-4DFB-BB3D-F2310207896F}"/>
              </a:ext>
            </a:extLst>
          </p:cNvPr>
          <p:cNvSpPr>
            <a:spLocks noGrp="1"/>
          </p:cNvSpPr>
          <p:nvPr>
            <p:ph type="body" idx="1"/>
          </p:nvPr>
        </p:nvSpPr>
        <p:spPr>
          <a:xfrm>
            <a:off x="839788" y="1681163"/>
            <a:ext cx="5157787"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smtClean="0"/>
              <a:t>Modifier les styles du texte du masque</a:t>
            </a:r>
          </a:p>
        </p:txBody>
      </p:sp>
      <p:sp>
        <p:nvSpPr>
          <p:cNvPr id="4" name="Espace réservé du contenu 3">
            <a:extLst>
              <a:ext uri="{FF2B5EF4-FFF2-40B4-BE49-F238E27FC236}">
                <a16:creationId xmlns:a16="http://schemas.microsoft.com/office/drawing/2014/main" id="{335A6C3A-033E-474B-AB97-D8291A04E7DD}"/>
              </a:ext>
            </a:extLst>
          </p:cNvPr>
          <p:cNvSpPr>
            <a:spLocks noGrp="1"/>
          </p:cNvSpPr>
          <p:nvPr>
            <p:ph sz="half" idx="2"/>
          </p:nvPr>
        </p:nvSpPr>
        <p:spPr>
          <a:xfrm>
            <a:off x="839788" y="2505075"/>
            <a:ext cx="5157787" cy="3684588"/>
          </a:xfrm>
        </p:spPr>
        <p:txBody>
          <a:bodyPr rtlCol="0"/>
          <a:lstStyle/>
          <a:p>
            <a:pPr lvl="0" rtl="0"/>
            <a:r>
              <a:rPr lang="fr-FR" noProof="0" smtClean="0"/>
              <a:t>Modifier les styles du texte du masque</a:t>
            </a:r>
          </a:p>
          <a:p>
            <a:pPr lvl="1" rtl="0"/>
            <a:r>
              <a:rPr lang="fr-FR" noProof="0" smtClean="0"/>
              <a:t>Deuxième niveau</a:t>
            </a:r>
          </a:p>
          <a:p>
            <a:pPr lvl="2" rtl="0"/>
            <a:r>
              <a:rPr lang="fr-FR" noProof="0" smtClean="0"/>
              <a:t>Troisième niveau</a:t>
            </a:r>
          </a:p>
          <a:p>
            <a:pPr lvl="3" rtl="0"/>
            <a:r>
              <a:rPr lang="fr-FR" noProof="0" smtClean="0"/>
              <a:t>Quatrième niveau</a:t>
            </a:r>
          </a:p>
          <a:p>
            <a:pPr lvl="4" rtl="0"/>
            <a:r>
              <a:rPr lang="fr-FR" noProof="0" smtClean="0"/>
              <a:t>Cinquième niveau</a:t>
            </a:r>
            <a:endParaRPr lang="fr-FR" noProof="0" dirty="0"/>
          </a:p>
        </p:txBody>
      </p:sp>
      <p:sp>
        <p:nvSpPr>
          <p:cNvPr id="5" name="Espace réservé du texte 4">
            <a:extLst>
              <a:ext uri="{FF2B5EF4-FFF2-40B4-BE49-F238E27FC236}">
                <a16:creationId xmlns:a16="http://schemas.microsoft.com/office/drawing/2014/main" id="{A532B928-3A23-4FCA-AD1F-E45A467B54F5}"/>
              </a:ext>
            </a:extLst>
          </p:cNvPr>
          <p:cNvSpPr>
            <a:spLocks noGrp="1"/>
          </p:cNvSpPr>
          <p:nvPr>
            <p:ph type="body" sz="quarter" idx="3"/>
          </p:nvPr>
        </p:nvSpPr>
        <p:spPr>
          <a:xfrm>
            <a:off x="6172200" y="1681163"/>
            <a:ext cx="5183188" cy="823912"/>
          </a:xfrm>
        </p:spPr>
        <p:txBody>
          <a:bodyPr rtlCol="0"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rtl="0"/>
            <a:r>
              <a:rPr lang="fr-FR" noProof="0" smtClean="0"/>
              <a:t>Modifier les styles du texte du masque</a:t>
            </a:r>
          </a:p>
        </p:txBody>
      </p:sp>
      <p:sp>
        <p:nvSpPr>
          <p:cNvPr id="6" name="Espace réservé du contenu 5">
            <a:extLst>
              <a:ext uri="{FF2B5EF4-FFF2-40B4-BE49-F238E27FC236}">
                <a16:creationId xmlns:a16="http://schemas.microsoft.com/office/drawing/2014/main" id="{3BDC8376-6FC6-4A11-B0DB-9A148E9C00E2}"/>
              </a:ext>
            </a:extLst>
          </p:cNvPr>
          <p:cNvSpPr>
            <a:spLocks noGrp="1"/>
          </p:cNvSpPr>
          <p:nvPr>
            <p:ph sz="quarter" idx="4"/>
          </p:nvPr>
        </p:nvSpPr>
        <p:spPr>
          <a:xfrm>
            <a:off x="6172200" y="2505075"/>
            <a:ext cx="5183188" cy="3684588"/>
          </a:xfrm>
        </p:spPr>
        <p:txBody>
          <a:bodyPr rtlCol="0"/>
          <a:lstStyle/>
          <a:p>
            <a:pPr lvl="0" rtl="0"/>
            <a:r>
              <a:rPr lang="fr-FR" noProof="0" smtClean="0"/>
              <a:t>Modifier les styles du texte du masque</a:t>
            </a:r>
          </a:p>
          <a:p>
            <a:pPr lvl="1" rtl="0"/>
            <a:r>
              <a:rPr lang="fr-FR" noProof="0" smtClean="0"/>
              <a:t>Deuxième niveau</a:t>
            </a:r>
          </a:p>
          <a:p>
            <a:pPr lvl="2" rtl="0"/>
            <a:r>
              <a:rPr lang="fr-FR" noProof="0" smtClean="0"/>
              <a:t>Troisième niveau</a:t>
            </a:r>
          </a:p>
          <a:p>
            <a:pPr lvl="3" rtl="0"/>
            <a:r>
              <a:rPr lang="fr-FR" noProof="0" smtClean="0"/>
              <a:t>Quatrième niveau</a:t>
            </a:r>
          </a:p>
          <a:p>
            <a:pPr lvl="4" rtl="0"/>
            <a:r>
              <a:rPr lang="fr-FR" noProof="0" smtClean="0"/>
              <a:t>Cinquième niveau</a:t>
            </a:r>
            <a:endParaRPr lang="fr-FR" noProof="0" dirty="0"/>
          </a:p>
        </p:txBody>
      </p:sp>
      <p:sp>
        <p:nvSpPr>
          <p:cNvPr id="7" name="Espace réservé de la date 6">
            <a:extLst>
              <a:ext uri="{FF2B5EF4-FFF2-40B4-BE49-F238E27FC236}">
                <a16:creationId xmlns:a16="http://schemas.microsoft.com/office/drawing/2014/main" id="{6E80206F-8846-425C-A56E-16FFBA442014}"/>
              </a:ext>
            </a:extLst>
          </p:cNvPr>
          <p:cNvSpPr>
            <a:spLocks noGrp="1"/>
          </p:cNvSpPr>
          <p:nvPr>
            <p:ph type="dt" sz="half" idx="10"/>
          </p:nvPr>
        </p:nvSpPr>
        <p:spPr/>
        <p:txBody>
          <a:bodyPr rtlCol="0"/>
          <a:lstStyle/>
          <a:p>
            <a:pPr rtl="0"/>
            <a:fld id="{99EFE12B-31BF-408D-86D0-91DC02BA102B}" type="datetime1">
              <a:rPr lang="fr-FR" noProof="0" smtClean="0"/>
              <a:t>30/09/2025</a:t>
            </a:fld>
            <a:endParaRPr lang="fr-FR" noProof="0" dirty="0"/>
          </a:p>
        </p:txBody>
      </p:sp>
      <p:sp>
        <p:nvSpPr>
          <p:cNvPr id="8" name="Espace réservé du pied de page 7">
            <a:extLst>
              <a:ext uri="{FF2B5EF4-FFF2-40B4-BE49-F238E27FC236}">
                <a16:creationId xmlns:a16="http://schemas.microsoft.com/office/drawing/2014/main" id="{6A45E89F-12CF-4561-A5F2-1E05783A3063}"/>
              </a:ext>
            </a:extLst>
          </p:cNvPr>
          <p:cNvSpPr>
            <a:spLocks noGrp="1"/>
          </p:cNvSpPr>
          <p:nvPr>
            <p:ph type="ftr" sz="quarter" idx="11"/>
          </p:nvPr>
        </p:nvSpPr>
        <p:spPr/>
        <p:txBody>
          <a:bodyPr rtlCol="0"/>
          <a:lstStyle/>
          <a:p>
            <a:pPr rtl="0"/>
            <a:endParaRPr lang="fr-FR" noProof="0" dirty="0"/>
          </a:p>
        </p:txBody>
      </p:sp>
      <p:sp>
        <p:nvSpPr>
          <p:cNvPr id="9" name="Espace réservé du numéro de diapositive 8">
            <a:extLst>
              <a:ext uri="{FF2B5EF4-FFF2-40B4-BE49-F238E27FC236}">
                <a16:creationId xmlns:a16="http://schemas.microsoft.com/office/drawing/2014/main" id="{9EB4DFE4-927C-43B1-A061-5CB97FFB33BE}"/>
              </a:ext>
            </a:extLst>
          </p:cNvPr>
          <p:cNvSpPr>
            <a:spLocks noGrp="1"/>
          </p:cNvSpPr>
          <p:nvPr>
            <p:ph type="sldNum" sz="quarter" idx="12"/>
          </p:nvPr>
        </p:nvSpPr>
        <p:spPr/>
        <p:txBody>
          <a:bodyPr rtlCol="0"/>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46905829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uniquement">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B560E367-8DA0-4655-BCBC-F4280D8642CD}"/>
              </a:ext>
            </a:extLst>
          </p:cNvPr>
          <p:cNvSpPr>
            <a:spLocks noGrp="1"/>
          </p:cNvSpPr>
          <p:nvPr>
            <p:ph type="title"/>
          </p:nvPr>
        </p:nvSpPr>
        <p:spPr/>
        <p:txBody>
          <a:bodyPr rtlCol="0"/>
          <a:lstStyle/>
          <a:p>
            <a:pPr rtl="0"/>
            <a:r>
              <a:rPr lang="fr-FR" noProof="0" smtClean="0"/>
              <a:t>Modifiez le style du titre</a:t>
            </a:r>
            <a:endParaRPr lang="fr-FR" noProof="0" dirty="0"/>
          </a:p>
        </p:txBody>
      </p:sp>
      <p:sp>
        <p:nvSpPr>
          <p:cNvPr id="3" name="Espace réservé de la date 2">
            <a:extLst>
              <a:ext uri="{FF2B5EF4-FFF2-40B4-BE49-F238E27FC236}">
                <a16:creationId xmlns:a16="http://schemas.microsoft.com/office/drawing/2014/main" id="{2FEF9592-AA3C-4CF8-A5DB-4D010195A438}"/>
              </a:ext>
            </a:extLst>
          </p:cNvPr>
          <p:cNvSpPr>
            <a:spLocks noGrp="1"/>
          </p:cNvSpPr>
          <p:nvPr>
            <p:ph type="dt" sz="half" idx="10"/>
          </p:nvPr>
        </p:nvSpPr>
        <p:spPr/>
        <p:txBody>
          <a:bodyPr rtlCol="0"/>
          <a:lstStyle/>
          <a:p>
            <a:pPr rtl="0"/>
            <a:fld id="{C20A3AD5-1109-49D3-982F-3E8E7B890172}" type="datetime1">
              <a:rPr lang="fr-FR" noProof="0" smtClean="0"/>
              <a:t>30/09/2025</a:t>
            </a:fld>
            <a:endParaRPr lang="fr-FR" noProof="0" dirty="0"/>
          </a:p>
        </p:txBody>
      </p:sp>
      <p:sp>
        <p:nvSpPr>
          <p:cNvPr id="4" name="Espace réservé du pied de page 3">
            <a:extLst>
              <a:ext uri="{FF2B5EF4-FFF2-40B4-BE49-F238E27FC236}">
                <a16:creationId xmlns:a16="http://schemas.microsoft.com/office/drawing/2014/main" id="{3C2C9377-F93E-4515-852A-264707755154}"/>
              </a:ext>
            </a:extLst>
          </p:cNvPr>
          <p:cNvSpPr>
            <a:spLocks noGrp="1"/>
          </p:cNvSpPr>
          <p:nvPr>
            <p:ph type="ftr" sz="quarter" idx="11"/>
          </p:nvPr>
        </p:nvSpPr>
        <p:spPr/>
        <p:txBody>
          <a:bodyPr rtlCol="0"/>
          <a:lstStyle/>
          <a:p>
            <a:pPr rtl="0"/>
            <a:endParaRPr lang="fr-FR" noProof="0" dirty="0"/>
          </a:p>
        </p:txBody>
      </p:sp>
      <p:sp>
        <p:nvSpPr>
          <p:cNvPr id="5" name="Espace réservé du numéro de diapositive 4">
            <a:extLst>
              <a:ext uri="{FF2B5EF4-FFF2-40B4-BE49-F238E27FC236}">
                <a16:creationId xmlns:a16="http://schemas.microsoft.com/office/drawing/2014/main" id="{9AED076D-476B-42BA-8795-14FE6C1E6974}"/>
              </a:ext>
            </a:extLst>
          </p:cNvPr>
          <p:cNvSpPr>
            <a:spLocks noGrp="1"/>
          </p:cNvSpPr>
          <p:nvPr>
            <p:ph type="sldNum" sz="quarter" idx="12"/>
          </p:nvPr>
        </p:nvSpPr>
        <p:spPr/>
        <p:txBody>
          <a:bodyPr rtlCol="0"/>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362555119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1EA599B4-6AB2-4190-82B5-7667EE1E922A}"/>
              </a:ext>
            </a:extLst>
          </p:cNvPr>
          <p:cNvSpPr>
            <a:spLocks noGrp="1"/>
          </p:cNvSpPr>
          <p:nvPr>
            <p:ph type="dt" sz="half" idx="10"/>
          </p:nvPr>
        </p:nvSpPr>
        <p:spPr/>
        <p:txBody>
          <a:bodyPr rtlCol="0"/>
          <a:lstStyle/>
          <a:p>
            <a:pPr rtl="0"/>
            <a:fld id="{A3F958CE-BC70-48DC-9F2A-62C309E5945C}" type="datetime1">
              <a:rPr lang="fr-FR" noProof="0" smtClean="0"/>
              <a:t>30/09/2025</a:t>
            </a:fld>
            <a:endParaRPr lang="fr-FR" noProof="0" dirty="0"/>
          </a:p>
        </p:txBody>
      </p:sp>
      <p:sp>
        <p:nvSpPr>
          <p:cNvPr id="3" name="Espace réservé du pied de page 2">
            <a:extLst>
              <a:ext uri="{FF2B5EF4-FFF2-40B4-BE49-F238E27FC236}">
                <a16:creationId xmlns:a16="http://schemas.microsoft.com/office/drawing/2014/main" id="{1B8FBFB3-AD86-4E39-B8AE-B4EC14528156}"/>
              </a:ext>
            </a:extLst>
          </p:cNvPr>
          <p:cNvSpPr>
            <a:spLocks noGrp="1"/>
          </p:cNvSpPr>
          <p:nvPr>
            <p:ph type="ftr" sz="quarter" idx="11"/>
          </p:nvPr>
        </p:nvSpPr>
        <p:spPr/>
        <p:txBody>
          <a:bodyPr rtlCol="0"/>
          <a:lstStyle/>
          <a:p>
            <a:pPr rtl="0"/>
            <a:endParaRPr lang="fr-FR" noProof="0" dirty="0"/>
          </a:p>
        </p:txBody>
      </p:sp>
      <p:sp>
        <p:nvSpPr>
          <p:cNvPr id="4" name="Espace réservé du numéro de diapositive 3">
            <a:extLst>
              <a:ext uri="{FF2B5EF4-FFF2-40B4-BE49-F238E27FC236}">
                <a16:creationId xmlns:a16="http://schemas.microsoft.com/office/drawing/2014/main" id="{B9A4AF55-C114-4B60-9A20-56B00A11B3BF}"/>
              </a:ext>
            </a:extLst>
          </p:cNvPr>
          <p:cNvSpPr>
            <a:spLocks noGrp="1"/>
          </p:cNvSpPr>
          <p:nvPr>
            <p:ph type="sldNum" sz="quarter" idx="12"/>
          </p:nvPr>
        </p:nvSpPr>
        <p:spPr/>
        <p:txBody>
          <a:bodyPr rtlCol="0"/>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305820029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70883DA1-5CB8-405D-9613-8A9B7BC5664C}"/>
              </a:ext>
            </a:extLst>
          </p:cNvPr>
          <p:cNvSpPr>
            <a:spLocks noGrp="1"/>
          </p:cNvSpPr>
          <p:nvPr>
            <p:ph type="title"/>
          </p:nvPr>
        </p:nvSpPr>
        <p:spPr>
          <a:xfrm>
            <a:off x="839788" y="457200"/>
            <a:ext cx="3932237" cy="1600200"/>
          </a:xfrm>
        </p:spPr>
        <p:txBody>
          <a:bodyPr rtlCol="0" anchor="b"/>
          <a:lstStyle>
            <a:lvl1pPr>
              <a:defRPr sz="3200"/>
            </a:lvl1pPr>
          </a:lstStyle>
          <a:p>
            <a:pPr rtl="0"/>
            <a:r>
              <a:rPr lang="fr-FR" noProof="0" smtClean="0"/>
              <a:t>Modifiez le style du titre</a:t>
            </a:r>
            <a:endParaRPr lang="fr-FR" noProof="0" dirty="0"/>
          </a:p>
        </p:txBody>
      </p:sp>
      <p:sp>
        <p:nvSpPr>
          <p:cNvPr id="3" name="Espace réservé du contenu 2">
            <a:extLst>
              <a:ext uri="{FF2B5EF4-FFF2-40B4-BE49-F238E27FC236}">
                <a16:creationId xmlns:a16="http://schemas.microsoft.com/office/drawing/2014/main" id="{9842BB15-A24D-42E9-9CAE-BB827226301E}"/>
              </a:ext>
            </a:extLst>
          </p:cNvPr>
          <p:cNvSpPr>
            <a:spLocks noGrp="1"/>
          </p:cNvSpPr>
          <p:nvPr>
            <p:ph idx="1"/>
          </p:nvPr>
        </p:nvSpPr>
        <p:spPr>
          <a:xfrm>
            <a:off x="5183188" y="987425"/>
            <a:ext cx="6172200" cy="4873625"/>
          </a:xfrm>
        </p:spPr>
        <p:txBody>
          <a:bodyPr rtlCol="0"/>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rtl="0"/>
            <a:r>
              <a:rPr lang="fr-FR" noProof="0" smtClean="0"/>
              <a:t>Modifier les styles du texte du masque</a:t>
            </a:r>
          </a:p>
          <a:p>
            <a:pPr lvl="1" rtl="0"/>
            <a:r>
              <a:rPr lang="fr-FR" noProof="0" smtClean="0"/>
              <a:t>Deuxième niveau</a:t>
            </a:r>
          </a:p>
          <a:p>
            <a:pPr lvl="2" rtl="0"/>
            <a:r>
              <a:rPr lang="fr-FR" noProof="0" smtClean="0"/>
              <a:t>Troisième niveau</a:t>
            </a:r>
          </a:p>
          <a:p>
            <a:pPr lvl="3" rtl="0"/>
            <a:r>
              <a:rPr lang="fr-FR" noProof="0" smtClean="0"/>
              <a:t>Quatrième niveau</a:t>
            </a:r>
          </a:p>
          <a:p>
            <a:pPr lvl="4" rtl="0"/>
            <a:r>
              <a:rPr lang="fr-FR" noProof="0" smtClean="0"/>
              <a:t>Cinquième niveau</a:t>
            </a:r>
            <a:endParaRPr lang="fr-FR" noProof="0" dirty="0"/>
          </a:p>
        </p:txBody>
      </p:sp>
      <p:sp>
        <p:nvSpPr>
          <p:cNvPr id="4" name="Espace réservé du texte 3">
            <a:extLst>
              <a:ext uri="{FF2B5EF4-FFF2-40B4-BE49-F238E27FC236}">
                <a16:creationId xmlns:a16="http://schemas.microsoft.com/office/drawing/2014/main" id="{78F0849D-D3C3-462A-9751-4EAB0B9145E4}"/>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smtClean="0"/>
              <a:t>Modifier les styles du texte du masque</a:t>
            </a:r>
          </a:p>
        </p:txBody>
      </p:sp>
      <p:sp>
        <p:nvSpPr>
          <p:cNvPr id="5" name="Espace réservé de la date 4">
            <a:extLst>
              <a:ext uri="{FF2B5EF4-FFF2-40B4-BE49-F238E27FC236}">
                <a16:creationId xmlns:a16="http://schemas.microsoft.com/office/drawing/2014/main" id="{F180DD20-7A20-4574-98A4-427795876739}"/>
              </a:ext>
            </a:extLst>
          </p:cNvPr>
          <p:cNvSpPr>
            <a:spLocks noGrp="1"/>
          </p:cNvSpPr>
          <p:nvPr>
            <p:ph type="dt" sz="half" idx="10"/>
          </p:nvPr>
        </p:nvSpPr>
        <p:spPr/>
        <p:txBody>
          <a:bodyPr rtlCol="0"/>
          <a:lstStyle/>
          <a:p>
            <a:pPr rtl="0"/>
            <a:fld id="{6DADF67A-7F00-4E00-8E04-A704D4D29460}" type="datetime1">
              <a:rPr lang="fr-FR" noProof="0" smtClean="0"/>
              <a:t>30/09/2025</a:t>
            </a:fld>
            <a:endParaRPr lang="fr-FR" noProof="0" dirty="0"/>
          </a:p>
        </p:txBody>
      </p:sp>
      <p:sp>
        <p:nvSpPr>
          <p:cNvPr id="6" name="Espace réservé du pied de page 5">
            <a:extLst>
              <a:ext uri="{FF2B5EF4-FFF2-40B4-BE49-F238E27FC236}">
                <a16:creationId xmlns:a16="http://schemas.microsoft.com/office/drawing/2014/main" id="{54D0ED2B-71C4-421A-9DB0-676E00C10BDC}"/>
              </a:ext>
            </a:extLst>
          </p:cNvPr>
          <p:cNvSpPr>
            <a:spLocks noGrp="1"/>
          </p:cNvSpPr>
          <p:nvPr>
            <p:ph type="ftr" sz="quarter" idx="11"/>
          </p:nvPr>
        </p:nvSpPr>
        <p:spPr/>
        <p:txBody>
          <a:bodyPr rtlCol="0"/>
          <a:lstStyle/>
          <a:p>
            <a:pPr rtl="0"/>
            <a:endParaRPr lang="fr-FR" noProof="0" dirty="0"/>
          </a:p>
        </p:txBody>
      </p:sp>
      <p:sp>
        <p:nvSpPr>
          <p:cNvPr id="7" name="Espace réservé du numéro de diapositive 6">
            <a:extLst>
              <a:ext uri="{FF2B5EF4-FFF2-40B4-BE49-F238E27FC236}">
                <a16:creationId xmlns:a16="http://schemas.microsoft.com/office/drawing/2014/main" id="{78C4572A-ADFC-4C53-BCA2-42BDF693BC4D}"/>
              </a:ext>
            </a:extLst>
          </p:cNvPr>
          <p:cNvSpPr>
            <a:spLocks noGrp="1"/>
          </p:cNvSpPr>
          <p:nvPr>
            <p:ph type="sldNum" sz="quarter" idx="12"/>
          </p:nvPr>
        </p:nvSpPr>
        <p:spPr/>
        <p:txBody>
          <a:bodyPr rtlCol="0"/>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323095096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28F5C67-EEEC-4AB0-9653-0F80D6B10941}"/>
              </a:ext>
            </a:extLst>
          </p:cNvPr>
          <p:cNvSpPr>
            <a:spLocks noGrp="1"/>
          </p:cNvSpPr>
          <p:nvPr>
            <p:ph type="title"/>
          </p:nvPr>
        </p:nvSpPr>
        <p:spPr>
          <a:xfrm>
            <a:off x="839788" y="457200"/>
            <a:ext cx="3932237" cy="1600200"/>
          </a:xfrm>
        </p:spPr>
        <p:txBody>
          <a:bodyPr rtlCol="0" anchor="b"/>
          <a:lstStyle>
            <a:lvl1pPr>
              <a:defRPr sz="3200"/>
            </a:lvl1pPr>
          </a:lstStyle>
          <a:p>
            <a:pPr rtl="0"/>
            <a:r>
              <a:rPr lang="fr-FR" noProof="0" smtClean="0"/>
              <a:t>Modifiez le style du titre</a:t>
            </a:r>
            <a:endParaRPr lang="fr-FR" noProof="0" dirty="0"/>
          </a:p>
        </p:txBody>
      </p:sp>
      <p:sp>
        <p:nvSpPr>
          <p:cNvPr id="3" name="Espace réservé d’image 2">
            <a:extLst>
              <a:ext uri="{FF2B5EF4-FFF2-40B4-BE49-F238E27FC236}">
                <a16:creationId xmlns:a16="http://schemas.microsoft.com/office/drawing/2014/main" id="{1DD50D6D-5277-4324-AF23-5FAF007834EB}"/>
              </a:ext>
            </a:extLst>
          </p:cNvPr>
          <p:cNvSpPr>
            <a:spLocks noGrp="1"/>
          </p:cNvSpPr>
          <p:nvPr>
            <p:ph type="pic" idx="1"/>
          </p:nvPr>
        </p:nvSpPr>
        <p:spPr>
          <a:xfrm>
            <a:off x="5183188" y="987425"/>
            <a:ext cx="6172200" cy="4873625"/>
          </a:xfrm>
        </p:spPr>
        <p:txBody>
          <a:bodyPr rtlCol="0"/>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rtl="0"/>
            <a:r>
              <a:rPr lang="fr-FR" noProof="0" smtClean="0"/>
              <a:t>Cliquez sur l'icône pour ajouter une image</a:t>
            </a:r>
            <a:endParaRPr lang="fr-FR" noProof="0" dirty="0"/>
          </a:p>
        </p:txBody>
      </p:sp>
      <p:sp>
        <p:nvSpPr>
          <p:cNvPr id="4" name="Espace réservé du texte 3">
            <a:extLst>
              <a:ext uri="{FF2B5EF4-FFF2-40B4-BE49-F238E27FC236}">
                <a16:creationId xmlns:a16="http://schemas.microsoft.com/office/drawing/2014/main" id="{75275657-2BF9-4761-96B6-50EE3CFCFAD0}"/>
              </a:ext>
            </a:extLst>
          </p:cNvPr>
          <p:cNvSpPr>
            <a:spLocks noGrp="1"/>
          </p:cNvSpPr>
          <p:nvPr>
            <p:ph type="body" sz="half" idx="2"/>
          </p:nvPr>
        </p:nvSpPr>
        <p:spPr>
          <a:xfrm>
            <a:off x="839788" y="2057400"/>
            <a:ext cx="3932237" cy="3811588"/>
          </a:xfrm>
        </p:spPr>
        <p:txBody>
          <a:bodyPr rtlCol="0"/>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rtl="0"/>
            <a:r>
              <a:rPr lang="fr-FR" noProof="0" smtClean="0"/>
              <a:t>Modifier les styles du texte du masque</a:t>
            </a:r>
          </a:p>
        </p:txBody>
      </p:sp>
      <p:sp>
        <p:nvSpPr>
          <p:cNvPr id="5" name="Espace réservé de la date 4">
            <a:extLst>
              <a:ext uri="{FF2B5EF4-FFF2-40B4-BE49-F238E27FC236}">
                <a16:creationId xmlns:a16="http://schemas.microsoft.com/office/drawing/2014/main" id="{5C3C3F7B-A4C8-4F9D-8165-BC5186EA0929}"/>
              </a:ext>
            </a:extLst>
          </p:cNvPr>
          <p:cNvSpPr>
            <a:spLocks noGrp="1"/>
          </p:cNvSpPr>
          <p:nvPr>
            <p:ph type="dt" sz="half" idx="10"/>
          </p:nvPr>
        </p:nvSpPr>
        <p:spPr/>
        <p:txBody>
          <a:bodyPr rtlCol="0"/>
          <a:lstStyle/>
          <a:p>
            <a:pPr rtl="0"/>
            <a:fld id="{7A698BB3-2F0A-448D-A1C0-93513B07AB54}" type="datetime1">
              <a:rPr lang="fr-FR" noProof="0" smtClean="0"/>
              <a:t>30/09/2025</a:t>
            </a:fld>
            <a:endParaRPr lang="fr-FR" noProof="0" dirty="0"/>
          </a:p>
        </p:txBody>
      </p:sp>
      <p:sp>
        <p:nvSpPr>
          <p:cNvPr id="6" name="Espace réservé du pied de page 5">
            <a:extLst>
              <a:ext uri="{FF2B5EF4-FFF2-40B4-BE49-F238E27FC236}">
                <a16:creationId xmlns:a16="http://schemas.microsoft.com/office/drawing/2014/main" id="{DE696EA5-2FA2-464D-982F-C53E6426A843}"/>
              </a:ext>
            </a:extLst>
          </p:cNvPr>
          <p:cNvSpPr>
            <a:spLocks noGrp="1"/>
          </p:cNvSpPr>
          <p:nvPr>
            <p:ph type="ftr" sz="quarter" idx="11"/>
          </p:nvPr>
        </p:nvSpPr>
        <p:spPr/>
        <p:txBody>
          <a:bodyPr rtlCol="0"/>
          <a:lstStyle/>
          <a:p>
            <a:pPr rtl="0"/>
            <a:endParaRPr lang="fr-FR" noProof="0" dirty="0"/>
          </a:p>
        </p:txBody>
      </p:sp>
      <p:sp>
        <p:nvSpPr>
          <p:cNvPr id="7" name="Espace réservé du numéro de diapositive 6">
            <a:extLst>
              <a:ext uri="{FF2B5EF4-FFF2-40B4-BE49-F238E27FC236}">
                <a16:creationId xmlns:a16="http://schemas.microsoft.com/office/drawing/2014/main" id="{8911B398-191B-4AB1-86ED-00D0046EACF5}"/>
              </a:ext>
            </a:extLst>
          </p:cNvPr>
          <p:cNvSpPr>
            <a:spLocks noGrp="1"/>
          </p:cNvSpPr>
          <p:nvPr>
            <p:ph type="sldNum" sz="quarter" idx="12"/>
          </p:nvPr>
        </p:nvSpPr>
        <p:spPr/>
        <p:txBody>
          <a:bodyPr rtlCol="0"/>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158660115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5F7B869-BFB2-4C20-8AB1-46704BB3D177}"/>
              </a:ext>
            </a:extLst>
          </p:cNvPr>
          <p:cNvSpPr>
            <a:spLocks noGrp="1"/>
          </p:cNvSpPr>
          <p:nvPr>
            <p:ph type="title"/>
          </p:nvPr>
        </p:nvSpPr>
        <p:spPr/>
        <p:txBody>
          <a:bodyPr rtlCol="0"/>
          <a:lstStyle/>
          <a:p>
            <a:pPr rtl="0"/>
            <a:r>
              <a:rPr lang="fr-FR" noProof="0" smtClean="0"/>
              <a:t>Modifiez le style du titre</a:t>
            </a:r>
            <a:endParaRPr lang="fr-FR" noProof="0" dirty="0"/>
          </a:p>
        </p:txBody>
      </p:sp>
      <p:sp>
        <p:nvSpPr>
          <p:cNvPr id="3" name="Espace réservé du texte vertical 2">
            <a:extLst>
              <a:ext uri="{FF2B5EF4-FFF2-40B4-BE49-F238E27FC236}">
                <a16:creationId xmlns:a16="http://schemas.microsoft.com/office/drawing/2014/main" id="{19F007DB-4F12-4428-9C48-5120DF07046D}"/>
              </a:ext>
            </a:extLst>
          </p:cNvPr>
          <p:cNvSpPr>
            <a:spLocks noGrp="1"/>
          </p:cNvSpPr>
          <p:nvPr>
            <p:ph type="body" orient="vert" idx="1"/>
          </p:nvPr>
        </p:nvSpPr>
        <p:spPr/>
        <p:txBody>
          <a:bodyPr vert="eaVert" rtlCol="0"/>
          <a:lstStyle/>
          <a:p>
            <a:pPr lvl="0" rtl="0"/>
            <a:r>
              <a:rPr lang="fr-FR" noProof="0" smtClean="0"/>
              <a:t>Modifier les styles du texte du masque</a:t>
            </a:r>
          </a:p>
          <a:p>
            <a:pPr lvl="1" rtl="0"/>
            <a:r>
              <a:rPr lang="fr-FR" noProof="0" smtClean="0"/>
              <a:t>Deuxième niveau</a:t>
            </a:r>
          </a:p>
          <a:p>
            <a:pPr lvl="2" rtl="0"/>
            <a:r>
              <a:rPr lang="fr-FR" noProof="0" smtClean="0"/>
              <a:t>Troisième niveau</a:t>
            </a:r>
          </a:p>
          <a:p>
            <a:pPr lvl="3" rtl="0"/>
            <a:r>
              <a:rPr lang="fr-FR" noProof="0" smtClean="0"/>
              <a:t>Quatrième niveau</a:t>
            </a:r>
          </a:p>
          <a:p>
            <a:pPr lvl="4" rtl="0"/>
            <a:r>
              <a:rPr lang="fr-FR" noProof="0" smtClean="0"/>
              <a:t>Cinquième niveau</a:t>
            </a:r>
            <a:endParaRPr lang="fr-FR" noProof="0" dirty="0"/>
          </a:p>
        </p:txBody>
      </p:sp>
      <p:sp>
        <p:nvSpPr>
          <p:cNvPr id="4" name="Espace réservé de la date 3">
            <a:extLst>
              <a:ext uri="{FF2B5EF4-FFF2-40B4-BE49-F238E27FC236}">
                <a16:creationId xmlns:a16="http://schemas.microsoft.com/office/drawing/2014/main" id="{16FFA8DA-0E31-4CA6-BBFC-2467AAD1D30B}"/>
              </a:ext>
            </a:extLst>
          </p:cNvPr>
          <p:cNvSpPr>
            <a:spLocks noGrp="1"/>
          </p:cNvSpPr>
          <p:nvPr>
            <p:ph type="dt" sz="half" idx="10"/>
          </p:nvPr>
        </p:nvSpPr>
        <p:spPr/>
        <p:txBody>
          <a:bodyPr rtlCol="0"/>
          <a:lstStyle/>
          <a:p>
            <a:pPr rtl="0"/>
            <a:fld id="{18EE81F5-9C5C-452A-B464-CBD5CC8E6977}" type="datetime1">
              <a:rPr lang="fr-FR" noProof="0" smtClean="0"/>
              <a:t>30/09/2025</a:t>
            </a:fld>
            <a:endParaRPr lang="fr-FR" noProof="0" dirty="0"/>
          </a:p>
        </p:txBody>
      </p:sp>
      <p:sp>
        <p:nvSpPr>
          <p:cNvPr id="5" name="Espace réservé du pied de page 4">
            <a:extLst>
              <a:ext uri="{FF2B5EF4-FFF2-40B4-BE49-F238E27FC236}">
                <a16:creationId xmlns:a16="http://schemas.microsoft.com/office/drawing/2014/main" id="{064974BD-9845-459A-9AAA-12731E2507C4}"/>
              </a:ext>
            </a:extLst>
          </p:cNvPr>
          <p:cNvSpPr>
            <a:spLocks noGrp="1"/>
          </p:cNvSpPr>
          <p:nvPr>
            <p:ph type="ftr" sz="quarter" idx="11"/>
          </p:nvPr>
        </p:nvSpPr>
        <p:spPr/>
        <p:txBody>
          <a:bodyPr rtlCol="0"/>
          <a:lstStyle/>
          <a:p>
            <a:pPr rtl="0"/>
            <a:endParaRPr lang="fr-FR" noProof="0" dirty="0"/>
          </a:p>
        </p:txBody>
      </p:sp>
      <p:sp>
        <p:nvSpPr>
          <p:cNvPr id="6" name="Espace réservé du numéro de diapositive 5">
            <a:extLst>
              <a:ext uri="{FF2B5EF4-FFF2-40B4-BE49-F238E27FC236}">
                <a16:creationId xmlns:a16="http://schemas.microsoft.com/office/drawing/2014/main" id="{C2A71B0A-FDFB-4B2C-A9EC-2334C590013E}"/>
              </a:ext>
            </a:extLst>
          </p:cNvPr>
          <p:cNvSpPr>
            <a:spLocks noGrp="1"/>
          </p:cNvSpPr>
          <p:nvPr>
            <p:ph type="sldNum" sz="quarter" idx="12"/>
          </p:nvPr>
        </p:nvSpPr>
        <p:spPr/>
        <p:txBody>
          <a:bodyPr rtlCol="0"/>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393140923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E60B5D73-1652-4A8E-B5A3-101523D7290A}"/>
              </a:ext>
            </a:extLst>
          </p:cNvPr>
          <p:cNvSpPr>
            <a:spLocks noGrp="1"/>
          </p:cNvSpPr>
          <p:nvPr>
            <p:ph type="title" orient="vert"/>
          </p:nvPr>
        </p:nvSpPr>
        <p:spPr>
          <a:xfrm>
            <a:off x="8724900" y="365125"/>
            <a:ext cx="2628900" cy="5811838"/>
          </a:xfrm>
        </p:spPr>
        <p:txBody>
          <a:bodyPr vert="eaVert" rtlCol="0"/>
          <a:lstStyle/>
          <a:p>
            <a:pPr rtl="0"/>
            <a:r>
              <a:rPr lang="fr-FR" noProof="0" smtClean="0"/>
              <a:t>Modifiez le style du titre</a:t>
            </a:r>
            <a:endParaRPr lang="fr-FR" noProof="0" dirty="0"/>
          </a:p>
        </p:txBody>
      </p:sp>
      <p:sp>
        <p:nvSpPr>
          <p:cNvPr id="3" name="Espace réservé du texte vertical 2">
            <a:extLst>
              <a:ext uri="{FF2B5EF4-FFF2-40B4-BE49-F238E27FC236}">
                <a16:creationId xmlns:a16="http://schemas.microsoft.com/office/drawing/2014/main" id="{A9B7FB99-7425-444D-B602-01B672BCE8C6}"/>
              </a:ext>
            </a:extLst>
          </p:cNvPr>
          <p:cNvSpPr>
            <a:spLocks noGrp="1"/>
          </p:cNvSpPr>
          <p:nvPr>
            <p:ph type="body" orient="vert" idx="1"/>
          </p:nvPr>
        </p:nvSpPr>
        <p:spPr>
          <a:xfrm>
            <a:off x="838200" y="365125"/>
            <a:ext cx="7734300" cy="5811838"/>
          </a:xfrm>
        </p:spPr>
        <p:txBody>
          <a:bodyPr vert="eaVert" rtlCol="0"/>
          <a:lstStyle/>
          <a:p>
            <a:pPr lvl="0" rtl="0"/>
            <a:r>
              <a:rPr lang="fr-FR" noProof="0" smtClean="0"/>
              <a:t>Modifier les styles du texte du masque</a:t>
            </a:r>
          </a:p>
          <a:p>
            <a:pPr lvl="1" rtl="0"/>
            <a:r>
              <a:rPr lang="fr-FR" noProof="0" smtClean="0"/>
              <a:t>Deuxième niveau</a:t>
            </a:r>
          </a:p>
          <a:p>
            <a:pPr lvl="2" rtl="0"/>
            <a:r>
              <a:rPr lang="fr-FR" noProof="0" smtClean="0"/>
              <a:t>Troisième niveau</a:t>
            </a:r>
          </a:p>
          <a:p>
            <a:pPr lvl="3" rtl="0"/>
            <a:r>
              <a:rPr lang="fr-FR" noProof="0" smtClean="0"/>
              <a:t>Quatrième niveau</a:t>
            </a:r>
          </a:p>
          <a:p>
            <a:pPr lvl="4" rtl="0"/>
            <a:r>
              <a:rPr lang="fr-FR" noProof="0" smtClean="0"/>
              <a:t>Cinquième niveau</a:t>
            </a:r>
            <a:endParaRPr lang="fr-FR" noProof="0" dirty="0"/>
          </a:p>
        </p:txBody>
      </p:sp>
      <p:sp>
        <p:nvSpPr>
          <p:cNvPr id="4" name="Espace réservé de la date 3">
            <a:extLst>
              <a:ext uri="{FF2B5EF4-FFF2-40B4-BE49-F238E27FC236}">
                <a16:creationId xmlns:a16="http://schemas.microsoft.com/office/drawing/2014/main" id="{00EEA9C5-552A-48A1-AB54-ED54209B3B48}"/>
              </a:ext>
            </a:extLst>
          </p:cNvPr>
          <p:cNvSpPr>
            <a:spLocks noGrp="1"/>
          </p:cNvSpPr>
          <p:nvPr>
            <p:ph type="dt" sz="half" idx="10"/>
          </p:nvPr>
        </p:nvSpPr>
        <p:spPr/>
        <p:txBody>
          <a:bodyPr rtlCol="0"/>
          <a:lstStyle/>
          <a:p>
            <a:pPr rtl="0"/>
            <a:fld id="{56CE0F7D-A31F-4561-900E-92D43EEB7388}" type="datetime1">
              <a:rPr lang="fr-FR" noProof="0" smtClean="0"/>
              <a:t>30/09/2025</a:t>
            </a:fld>
            <a:endParaRPr lang="fr-FR" noProof="0" dirty="0"/>
          </a:p>
        </p:txBody>
      </p:sp>
      <p:sp>
        <p:nvSpPr>
          <p:cNvPr id="5" name="Espace réservé du pied de page 4">
            <a:extLst>
              <a:ext uri="{FF2B5EF4-FFF2-40B4-BE49-F238E27FC236}">
                <a16:creationId xmlns:a16="http://schemas.microsoft.com/office/drawing/2014/main" id="{1A83AAA3-4155-48FB-8F00-16DBE0C9C256}"/>
              </a:ext>
            </a:extLst>
          </p:cNvPr>
          <p:cNvSpPr>
            <a:spLocks noGrp="1"/>
          </p:cNvSpPr>
          <p:nvPr>
            <p:ph type="ftr" sz="quarter" idx="11"/>
          </p:nvPr>
        </p:nvSpPr>
        <p:spPr/>
        <p:txBody>
          <a:bodyPr rtlCol="0"/>
          <a:lstStyle/>
          <a:p>
            <a:pPr rtl="0"/>
            <a:endParaRPr lang="fr-FR" noProof="0" dirty="0"/>
          </a:p>
        </p:txBody>
      </p:sp>
      <p:sp>
        <p:nvSpPr>
          <p:cNvPr id="6" name="Espace réservé du numéro de diapositive 5">
            <a:extLst>
              <a:ext uri="{FF2B5EF4-FFF2-40B4-BE49-F238E27FC236}">
                <a16:creationId xmlns:a16="http://schemas.microsoft.com/office/drawing/2014/main" id="{5D694EAE-CB3C-4DEF-A66D-583C7AAC92D8}"/>
              </a:ext>
            </a:extLst>
          </p:cNvPr>
          <p:cNvSpPr>
            <a:spLocks noGrp="1"/>
          </p:cNvSpPr>
          <p:nvPr>
            <p:ph type="sldNum" sz="quarter" idx="12"/>
          </p:nvPr>
        </p:nvSpPr>
        <p:spPr/>
        <p:txBody>
          <a:bodyPr rtlCol="0"/>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174680426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B3445CA-54C1-4DDE-A216-DD2414E3F593}"/>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pPr rtl="0"/>
            <a:r>
              <a:rPr lang="fr-FR" noProof="0" dirty="0"/>
              <a:t>Modifiez le style du titre</a:t>
            </a:r>
          </a:p>
        </p:txBody>
      </p:sp>
      <p:sp>
        <p:nvSpPr>
          <p:cNvPr id="3" name="Espace réservé du texte 2">
            <a:extLst>
              <a:ext uri="{FF2B5EF4-FFF2-40B4-BE49-F238E27FC236}">
                <a16:creationId xmlns:a16="http://schemas.microsoft.com/office/drawing/2014/main" id="{0306395A-6879-4E93-B24E-067F88AC1D69}"/>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rtl="0"/>
            <a:r>
              <a:rPr lang="fr-FR" noProof="0" dirty="0"/>
              <a:t>Modifiez les styles du texte du masque</a:t>
            </a:r>
          </a:p>
          <a:p>
            <a:pPr lvl="1" rtl="0"/>
            <a:r>
              <a:rPr lang="fr-FR" noProof="0" dirty="0"/>
              <a:t>Deuxième niveau</a:t>
            </a:r>
          </a:p>
          <a:p>
            <a:pPr lvl="2" rtl="0"/>
            <a:r>
              <a:rPr lang="fr-FR" noProof="0" dirty="0"/>
              <a:t>Troisième niveau</a:t>
            </a:r>
          </a:p>
          <a:p>
            <a:pPr lvl="3" rtl="0"/>
            <a:r>
              <a:rPr lang="fr-FR" noProof="0" dirty="0"/>
              <a:t>Quatrième niveau</a:t>
            </a:r>
          </a:p>
          <a:p>
            <a:pPr lvl="4" rtl="0"/>
            <a:r>
              <a:rPr lang="fr-FR" noProof="0" dirty="0"/>
              <a:t>Cinquième niveau</a:t>
            </a:r>
          </a:p>
        </p:txBody>
      </p:sp>
      <p:sp>
        <p:nvSpPr>
          <p:cNvPr id="4" name="Espace réservé de la date 3">
            <a:extLst>
              <a:ext uri="{FF2B5EF4-FFF2-40B4-BE49-F238E27FC236}">
                <a16:creationId xmlns:a16="http://schemas.microsoft.com/office/drawing/2014/main" id="{9450FF5B-A6A6-4F0F-AA5D-3F0F69A43AE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pPr rtl="0"/>
            <a:fld id="{19B22060-D0DD-4C4B-BC7B-CA72F977BA6D}" type="datetime1">
              <a:rPr lang="fr-FR" noProof="0" smtClean="0"/>
              <a:t>30/09/2025</a:t>
            </a:fld>
            <a:endParaRPr lang="fr-FR" noProof="0" dirty="0"/>
          </a:p>
        </p:txBody>
      </p:sp>
      <p:sp>
        <p:nvSpPr>
          <p:cNvPr id="5" name="Espace réservé du pied de page 4">
            <a:extLst>
              <a:ext uri="{FF2B5EF4-FFF2-40B4-BE49-F238E27FC236}">
                <a16:creationId xmlns:a16="http://schemas.microsoft.com/office/drawing/2014/main" id="{FA798FAA-76CC-42EF-8BE0-466A41BBAB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pPr rtl="0"/>
            <a:endParaRPr lang="fr-FR" noProof="0" dirty="0"/>
          </a:p>
        </p:txBody>
      </p:sp>
      <p:sp>
        <p:nvSpPr>
          <p:cNvPr id="6" name="Espace réservé du numéro de diapositive 5">
            <a:extLst>
              <a:ext uri="{FF2B5EF4-FFF2-40B4-BE49-F238E27FC236}">
                <a16:creationId xmlns:a16="http://schemas.microsoft.com/office/drawing/2014/main" id="{5149FF02-6890-4E10-B958-1097AD32C6F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pPr rtl="0"/>
            <a:fld id="{06FEDF93-2BFD-41CA-ABC7-B039102F3792}" type="slidenum">
              <a:rPr lang="fr-FR" noProof="0" smtClean="0"/>
              <a:t>‹N°›</a:t>
            </a:fld>
            <a:endParaRPr lang="fr-FR" noProof="0" dirty="0"/>
          </a:p>
        </p:txBody>
      </p:sp>
    </p:spTree>
    <p:extLst>
      <p:ext uri="{BB962C8B-B14F-4D97-AF65-F5344CB8AC3E}">
        <p14:creationId xmlns:p14="http://schemas.microsoft.com/office/powerpoint/2010/main" val="260378970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3.xml"/><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3.png"/><Relationship Id="rId7"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image" Target="../media/image6.png"/><Relationship Id="rId5" Type="http://schemas.openxmlformats.org/officeDocument/2006/relationships/image" Target="../media/image5.png"/><Relationship Id="rId10" Type="http://schemas.openxmlformats.org/officeDocument/2006/relationships/image" Target="../media/image10.png"/><Relationship Id="rId4" Type="http://schemas.openxmlformats.org/officeDocument/2006/relationships/image" Target="../media/image4.png"/><Relationship Id="rId9" Type="http://schemas.openxmlformats.org/officeDocument/2006/relationships/image" Target="../media/image9.png"/></Relationships>
</file>

<file path=ppt/slides/_rels/slide8.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 Id="rId9" Type="http://schemas.openxmlformats.org/officeDocument/2006/relationships/image" Target="../media/image17.png"/></Relationships>
</file>

<file path=ppt/slides/_rels/slide9.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3" Type="http://schemas.openxmlformats.org/officeDocument/2006/relationships/image" Target="../media/image19.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1.xml"/><Relationship Id="rId1" Type="http://schemas.openxmlformats.org/officeDocument/2006/relationships/slideLayout" Target="../slideLayouts/slideLayout7.xml"/><Relationship Id="rId5" Type="http://schemas.openxmlformats.org/officeDocument/2006/relationships/image" Target="../media/image21.png"/><Relationship Id="rId4" Type="http://schemas.openxmlformats.org/officeDocument/2006/relationships/image" Target="../media/image20.png"/></Relationships>
</file>

<file path=ppt/slides/_rels/slide12.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image" Target="../media/image22.png"/><Relationship Id="rId7" Type="http://schemas.openxmlformats.org/officeDocument/2006/relationships/image" Target="../media/image26.png"/><Relationship Id="rId2" Type="http://schemas.openxmlformats.org/officeDocument/2006/relationships/notesSlide" Target="../notesSlides/notesSlide12.xml"/><Relationship Id="rId1" Type="http://schemas.openxmlformats.org/officeDocument/2006/relationships/slideLayout" Target="../slideLayouts/slideLayout7.xml"/><Relationship Id="rId6" Type="http://schemas.openxmlformats.org/officeDocument/2006/relationships/image" Target="../media/image25.png"/><Relationship Id="rId5" Type="http://schemas.openxmlformats.org/officeDocument/2006/relationships/image" Target="../media/image24.png"/><Relationship Id="rId4" Type="http://schemas.openxmlformats.org/officeDocument/2006/relationships/image" Target="../media/image23.png"/></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14.xml"/><Relationship Id="rId1" Type="http://schemas.openxmlformats.org/officeDocument/2006/relationships/slideLayout" Target="../slideLayouts/slideLayout7.xml"/><Relationship Id="rId5" Type="http://schemas.openxmlformats.org/officeDocument/2006/relationships/image" Target="../media/image30.png"/><Relationship Id="rId4" Type="http://schemas.openxmlformats.org/officeDocument/2006/relationships/image" Target="../media/image29.png"/></Relationships>
</file>

<file path=ppt/slides/_rels/slide15.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notesSlide" Target="../notesSlides/notesSlide15.xml"/><Relationship Id="rId1" Type="http://schemas.openxmlformats.org/officeDocument/2006/relationships/slideLayout" Target="../slideLayouts/slideLayout7.xml"/><Relationship Id="rId5" Type="http://schemas.openxmlformats.org/officeDocument/2006/relationships/image" Target="../media/image33.png"/><Relationship Id="rId4" Type="http://schemas.openxmlformats.org/officeDocument/2006/relationships/image" Target="../media/image32.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notesSlide" Target="../notesSlides/notesSlide16.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3" Type="http://schemas.openxmlformats.org/officeDocument/2006/relationships/image" Target="../media/image35.PNG"/><Relationship Id="rId2" Type="http://schemas.openxmlformats.org/officeDocument/2006/relationships/notesSlide" Target="../notesSlides/notesSlide17.xml"/><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notesSlide" Target="../notesSlides/notesSlide18.xml"/><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37.gif"/><Relationship Id="rId2" Type="http://schemas.openxmlformats.org/officeDocument/2006/relationships/notesSlide" Target="../notesSlides/notesSlide20.xml"/><Relationship Id="rId1" Type="http://schemas.openxmlformats.org/officeDocument/2006/relationships/slideLayout" Target="../slideLayouts/slideLayout7.xml"/><Relationship Id="rId5" Type="http://schemas.openxmlformats.org/officeDocument/2006/relationships/image" Target="../media/image39.PNG"/><Relationship Id="rId4" Type="http://schemas.openxmlformats.org/officeDocument/2006/relationships/image" Target="../media/image38.PNG"/></Relationships>
</file>

<file path=ppt/slides/_rels/slide21.xml.rels><?xml version="1.0" encoding="UTF-8" standalone="yes"?>
<Relationships xmlns="http://schemas.openxmlformats.org/package/2006/relationships"><Relationship Id="rId3" Type="http://schemas.openxmlformats.org/officeDocument/2006/relationships/image" Target="../media/image40.gif"/><Relationship Id="rId2" Type="http://schemas.openxmlformats.org/officeDocument/2006/relationships/notesSlide" Target="../notesSlides/notesSlide21.xml"/><Relationship Id="rId1" Type="http://schemas.openxmlformats.org/officeDocument/2006/relationships/slideLayout" Target="../slideLayouts/slideLayout7.xml"/><Relationship Id="rId6" Type="http://schemas.openxmlformats.org/officeDocument/2006/relationships/image" Target="../media/image43.PNG"/><Relationship Id="rId5" Type="http://schemas.openxmlformats.org/officeDocument/2006/relationships/image" Target="../media/image42.PNG"/><Relationship Id="rId4" Type="http://schemas.openxmlformats.org/officeDocument/2006/relationships/image" Target="../media/image41.PNG"/></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xml"/></Relationships>
</file>

<file path=ppt/slides/_rels/slide2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24.xml"/><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3" Type="http://schemas.openxmlformats.org/officeDocument/2006/relationships/image" Target="../media/image44.png"/><Relationship Id="rId2" Type="http://schemas.openxmlformats.org/officeDocument/2006/relationships/notesSlide" Target="../notesSlides/notesSlide25.xml"/><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3" Type="http://schemas.openxmlformats.org/officeDocument/2006/relationships/image" Target="../media/image45.png"/><Relationship Id="rId2" Type="http://schemas.openxmlformats.org/officeDocument/2006/relationships/notesSlide" Target="../notesSlides/notesSlide26.xml"/><Relationship Id="rId1" Type="http://schemas.openxmlformats.org/officeDocument/2006/relationships/slideLayout" Target="../slideLayouts/slideLayout7.xml"/><Relationship Id="rId4" Type="http://schemas.openxmlformats.org/officeDocument/2006/relationships/image" Target="../media/image46.png"/></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C4300AEF-1595-4419-801B-6E36A33BB8CF}"/>
              </a:ext>
            </a:extLst>
          </p:cNvPr>
          <p:cNvSpPr>
            <a:spLocks noGrp="1"/>
          </p:cNvSpPr>
          <p:nvPr>
            <p:ph type="ctrTitle"/>
          </p:nvPr>
        </p:nvSpPr>
        <p:spPr>
          <a:xfrm>
            <a:off x="1524000" y="4376036"/>
            <a:ext cx="9144000" cy="1384995"/>
          </a:xfrm>
        </p:spPr>
        <p:txBody>
          <a:bodyPr lIns="0" tIns="0" rIns="0" bIns="0" rtlCol="0" anchor="t">
            <a:spAutoFit/>
          </a:bodyPr>
          <a:lstStyle/>
          <a:p>
            <a:pPr rtl="0"/>
            <a:r>
              <a:rPr lang="fr-FR" b="1" dirty="0" smtClean="0">
                <a:solidFill>
                  <a:schemeClr val="bg1"/>
                </a:solidFill>
              </a:rPr>
              <a:t>Clean </a:t>
            </a:r>
            <a:r>
              <a:rPr lang="fr-FR" b="1" dirty="0" err="1" smtClean="0">
                <a:solidFill>
                  <a:schemeClr val="bg1"/>
                </a:solidFill>
              </a:rPr>
              <a:t>Connect</a:t>
            </a:r>
            <a:r>
              <a:rPr lang="fr-FR" dirty="0">
                <a:solidFill>
                  <a:schemeClr val="bg1"/>
                </a:solidFill>
              </a:rPr>
              <a:t/>
            </a:r>
            <a:br>
              <a:rPr lang="fr-FR" dirty="0">
                <a:solidFill>
                  <a:schemeClr val="bg1"/>
                </a:solidFill>
              </a:rPr>
            </a:br>
            <a:r>
              <a:rPr lang="fr-FR" sz="4000" dirty="0">
                <a:solidFill>
                  <a:schemeClr val="accent4"/>
                </a:solidFill>
              </a:rPr>
              <a:t>Présentation</a:t>
            </a:r>
            <a:endParaRPr lang="fr-FR" dirty="0">
              <a:solidFill>
                <a:schemeClr val="accent4"/>
              </a:solidFill>
            </a:endParaRPr>
          </a:p>
        </p:txBody>
      </p:sp>
      <p:sp>
        <p:nvSpPr>
          <p:cNvPr id="4" name="Losange 3">
            <a:extLst>
              <a:ext uri="{FF2B5EF4-FFF2-40B4-BE49-F238E27FC236}">
                <a16:creationId xmlns:a16="http://schemas.microsoft.com/office/drawing/2014/main" id="{1C59176D-59A8-4C02-B448-EE01232FB3E7}"/>
              </a:ext>
              <a:ext uri="{C183D7F6-B498-43B3-948B-1728B52AA6E4}">
                <adec:decorative xmlns="" xmlns:adec="http://schemas.microsoft.com/office/drawing/2017/decorative" val="1"/>
              </a:ext>
            </a:extLst>
          </p:cNvPr>
          <p:cNvSpPr/>
          <p:nvPr/>
        </p:nvSpPr>
        <p:spPr>
          <a:xfrm>
            <a:off x="4792319" y="-608242"/>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5" name="Losange 4">
            <a:extLst>
              <a:ext uri="{FF2B5EF4-FFF2-40B4-BE49-F238E27FC236}">
                <a16:creationId xmlns:a16="http://schemas.microsoft.com/office/drawing/2014/main" id="{A50B1817-3C7F-41BC-8557-7A00C928EE16}"/>
              </a:ext>
              <a:ext uri="{C183D7F6-B498-43B3-948B-1728B52AA6E4}">
                <adec:decorative xmlns="" xmlns:adec="http://schemas.microsoft.com/office/drawing/2017/decorative" val="1"/>
              </a:ext>
            </a:extLst>
          </p:cNvPr>
          <p:cNvSpPr/>
          <p:nvPr/>
        </p:nvSpPr>
        <p:spPr>
          <a:xfrm>
            <a:off x="4325258" y="-1770743"/>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nvGrpSpPr>
          <p:cNvPr id="7" name="Groupe 6" descr="Icône de graphique ">
            <a:extLst>
              <a:ext uri="{FF2B5EF4-FFF2-40B4-BE49-F238E27FC236}">
                <a16:creationId xmlns:a16="http://schemas.microsoft.com/office/drawing/2014/main" id="{B95DF07A-CE7E-4D89-9AA0-25F4FFF3B9C7}"/>
              </a:ext>
            </a:extLst>
          </p:cNvPr>
          <p:cNvGrpSpPr/>
          <p:nvPr/>
        </p:nvGrpSpPr>
        <p:grpSpPr>
          <a:xfrm>
            <a:off x="5851021" y="3724968"/>
            <a:ext cx="489958" cy="492680"/>
            <a:chOff x="2025650" y="4786313"/>
            <a:chExt cx="285750" cy="287338"/>
          </a:xfrm>
          <a:solidFill>
            <a:schemeClr val="bg1"/>
          </a:solidFill>
        </p:grpSpPr>
        <p:sp>
          <p:nvSpPr>
            <p:cNvPr id="8" name="Forme libre 565">
              <a:extLst>
                <a:ext uri="{FF2B5EF4-FFF2-40B4-BE49-F238E27FC236}">
                  <a16:creationId xmlns:a16="http://schemas.microsoft.com/office/drawing/2014/main" id="{548FC78B-EF83-4185-A63D-1A5A85640B62}"/>
                </a:ext>
              </a:extLst>
            </p:cNvPr>
            <p:cNvSpPr>
              <a:spLocks noEditPoints="1"/>
            </p:cNvSpPr>
            <p:nvPr/>
          </p:nvSpPr>
          <p:spPr bwMode="auto">
            <a:xfrm>
              <a:off x="2025650" y="4786313"/>
              <a:ext cx="285750" cy="287338"/>
            </a:xfrm>
            <a:custGeom>
              <a:avLst/>
              <a:gdLst>
                <a:gd name="T0" fmla="*/ 812 w 903"/>
                <a:gd name="T1" fmla="*/ 500 h 903"/>
                <a:gd name="T2" fmla="*/ 810 w 903"/>
                <a:gd name="T3" fmla="*/ 505 h 903"/>
                <a:gd name="T4" fmla="*/ 806 w 903"/>
                <a:gd name="T5" fmla="*/ 509 h 903"/>
                <a:gd name="T6" fmla="*/ 800 w 903"/>
                <a:gd name="T7" fmla="*/ 511 h 903"/>
                <a:gd name="T8" fmla="*/ 105 w 903"/>
                <a:gd name="T9" fmla="*/ 511 h 903"/>
                <a:gd name="T10" fmla="*/ 99 w 903"/>
                <a:gd name="T11" fmla="*/ 510 h 903"/>
                <a:gd name="T12" fmla="*/ 95 w 903"/>
                <a:gd name="T13" fmla="*/ 507 h 903"/>
                <a:gd name="T14" fmla="*/ 92 w 903"/>
                <a:gd name="T15" fmla="*/ 502 h 903"/>
                <a:gd name="T16" fmla="*/ 90 w 903"/>
                <a:gd name="T17" fmla="*/ 496 h 903"/>
                <a:gd name="T18" fmla="*/ 90 w 903"/>
                <a:gd name="T19" fmla="*/ 105 h 903"/>
                <a:gd name="T20" fmla="*/ 92 w 903"/>
                <a:gd name="T21" fmla="*/ 100 h 903"/>
                <a:gd name="T22" fmla="*/ 95 w 903"/>
                <a:gd name="T23" fmla="*/ 94 h 903"/>
                <a:gd name="T24" fmla="*/ 99 w 903"/>
                <a:gd name="T25" fmla="*/ 91 h 903"/>
                <a:gd name="T26" fmla="*/ 105 w 903"/>
                <a:gd name="T27" fmla="*/ 90 h 903"/>
                <a:gd name="T28" fmla="*/ 800 w 903"/>
                <a:gd name="T29" fmla="*/ 90 h 903"/>
                <a:gd name="T30" fmla="*/ 806 w 903"/>
                <a:gd name="T31" fmla="*/ 92 h 903"/>
                <a:gd name="T32" fmla="*/ 810 w 903"/>
                <a:gd name="T33" fmla="*/ 96 h 903"/>
                <a:gd name="T34" fmla="*/ 812 w 903"/>
                <a:gd name="T35" fmla="*/ 102 h 903"/>
                <a:gd name="T36" fmla="*/ 813 w 903"/>
                <a:gd name="T37" fmla="*/ 496 h 903"/>
                <a:gd name="T38" fmla="*/ 15 w 903"/>
                <a:gd name="T39" fmla="*/ 0 h 903"/>
                <a:gd name="T40" fmla="*/ 9 w 903"/>
                <a:gd name="T41" fmla="*/ 1 h 903"/>
                <a:gd name="T42" fmla="*/ 5 w 903"/>
                <a:gd name="T43" fmla="*/ 4 h 903"/>
                <a:gd name="T44" fmla="*/ 1 w 903"/>
                <a:gd name="T45" fmla="*/ 8 h 903"/>
                <a:gd name="T46" fmla="*/ 0 w 903"/>
                <a:gd name="T47" fmla="*/ 15 h 903"/>
                <a:gd name="T48" fmla="*/ 0 w 903"/>
                <a:gd name="T49" fmla="*/ 590 h 903"/>
                <a:gd name="T50" fmla="*/ 2 w 903"/>
                <a:gd name="T51" fmla="*/ 595 h 903"/>
                <a:gd name="T52" fmla="*/ 7 w 903"/>
                <a:gd name="T53" fmla="*/ 599 h 903"/>
                <a:gd name="T54" fmla="*/ 12 w 903"/>
                <a:gd name="T55" fmla="*/ 602 h 903"/>
                <a:gd name="T56" fmla="*/ 437 w 903"/>
                <a:gd name="T57" fmla="*/ 602 h 903"/>
                <a:gd name="T58" fmla="*/ 260 w 903"/>
                <a:gd name="T59" fmla="*/ 877 h 903"/>
                <a:gd name="T60" fmla="*/ 257 w 903"/>
                <a:gd name="T61" fmla="*/ 883 h 903"/>
                <a:gd name="T62" fmla="*/ 256 w 903"/>
                <a:gd name="T63" fmla="*/ 888 h 903"/>
                <a:gd name="T64" fmla="*/ 257 w 903"/>
                <a:gd name="T65" fmla="*/ 893 h 903"/>
                <a:gd name="T66" fmla="*/ 260 w 903"/>
                <a:gd name="T67" fmla="*/ 899 h 903"/>
                <a:gd name="T68" fmla="*/ 265 w 903"/>
                <a:gd name="T69" fmla="*/ 902 h 903"/>
                <a:gd name="T70" fmla="*/ 271 w 903"/>
                <a:gd name="T71" fmla="*/ 903 h 903"/>
                <a:gd name="T72" fmla="*/ 277 w 903"/>
                <a:gd name="T73" fmla="*/ 902 h 903"/>
                <a:gd name="T74" fmla="*/ 281 w 903"/>
                <a:gd name="T75" fmla="*/ 899 h 903"/>
                <a:gd name="T76" fmla="*/ 621 w 903"/>
                <a:gd name="T77" fmla="*/ 899 h 903"/>
                <a:gd name="T78" fmla="*/ 627 w 903"/>
                <a:gd name="T79" fmla="*/ 902 h 903"/>
                <a:gd name="T80" fmla="*/ 632 w 903"/>
                <a:gd name="T81" fmla="*/ 903 h 903"/>
                <a:gd name="T82" fmla="*/ 637 w 903"/>
                <a:gd name="T83" fmla="*/ 902 h 903"/>
                <a:gd name="T84" fmla="*/ 643 w 903"/>
                <a:gd name="T85" fmla="*/ 899 h 903"/>
                <a:gd name="T86" fmla="*/ 646 w 903"/>
                <a:gd name="T87" fmla="*/ 893 h 903"/>
                <a:gd name="T88" fmla="*/ 647 w 903"/>
                <a:gd name="T89" fmla="*/ 888 h 903"/>
                <a:gd name="T90" fmla="*/ 646 w 903"/>
                <a:gd name="T91" fmla="*/ 883 h 903"/>
                <a:gd name="T92" fmla="*/ 643 w 903"/>
                <a:gd name="T93" fmla="*/ 877 h 903"/>
                <a:gd name="T94" fmla="*/ 467 w 903"/>
                <a:gd name="T95" fmla="*/ 602 h 903"/>
                <a:gd name="T96" fmla="*/ 892 w 903"/>
                <a:gd name="T97" fmla="*/ 602 h 903"/>
                <a:gd name="T98" fmla="*/ 897 w 903"/>
                <a:gd name="T99" fmla="*/ 599 h 903"/>
                <a:gd name="T100" fmla="*/ 900 w 903"/>
                <a:gd name="T101" fmla="*/ 595 h 903"/>
                <a:gd name="T102" fmla="*/ 902 w 903"/>
                <a:gd name="T103" fmla="*/ 590 h 903"/>
                <a:gd name="T104" fmla="*/ 903 w 903"/>
                <a:gd name="T105" fmla="*/ 15 h 903"/>
                <a:gd name="T106" fmla="*/ 902 w 903"/>
                <a:gd name="T107" fmla="*/ 8 h 903"/>
                <a:gd name="T108" fmla="*/ 899 w 903"/>
                <a:gd name="T109" fmla="*/ 4 h 903"/>
                <a:gd name="T110" fmla="*/ 894 w 903"/>
                <a:gd name="T111" fmla="*/ 1 h 903"/>
                <a:gd name="T112" fmla="*/ 888 w 903"/>
                <a:gd name="T113" fmla="*/ 0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3" h="903">
                  <a:moveTo>
                    <a:pt x="813" y="496"/>
                  </a:moveTo>
                  <a:lnTo>
                    <a:pt x="812" y="500"/>
                  </a:lnTo>
                  <a:lnTo>
                    <a:pt x="811" y="502"/>
                  </a:lnTo>
                  <a:lnTo>
                    <a:pt x="810" y="505"/>
                  </a:lnTo>
                  <a:lnTo>
                    <a:pt x="808" y="507"/>
                  </a:lnTo>
                  <a:lnTo>
                    <a:pt x="806" y="509"/>
                  </a:lnTo>
                  <a:lnTo>
                    <a:pt x="804" y="510"/>
                  </a:lnTo>
                  <a:lnTo>
                    <a:pt x="800" y="511"/>
                  </a:lnTo>
                  <a:lnTo>
                    <a:pt x="797" y="511"/>
                  </a:lnTo>
                  <a:lnTo>
                    <a:pt x="105" y="511"/>
                  </a:lnTo>
                  <a:lnTo>
                    <a:pt x="102" y="511"/>
                  </a:lnTo>
                  <a:lnTo>
                    <a:pt x="99" y="510"/>
                  </a:lnTo>
                  <a:lnTo>
                    <a:pt x="97" y="509"/>
                  </a:lnTo>
                  <a:lnTo>
                    <a:pt x="95" y="507"/>
                  </a:lnTo>
                  <a:lnTo>
                    <a:pt x="93" y="505"/>
                  </a:lnTo>
                  <a:lnTo>
                    <a:pt x="92" y="502"/>
                  </a:lnTo>
                  <a:lnTo>
                    <a:pt x="90" y="500"/>
                  </a:lnTo>
                  <a:lnTo>
                    <a:pt x="90" y="496"/>
                  </a:lnTo>
                  <a:lnTo>
                    <a:pt x="90" y="316"/>
                  </a:lnTo>
                  <a:lnTo>
                    <a:pt x="90" y="105"/>
                  </a:lnTo>
                  <a:lnTo>
                    <a:pt x="90" y="102"/>
                  </a:lnTo>
                  <a:lnTo>
                    <a:pt x="92" y="100"/>
                  </a:lnTo>
                  <a:lnTo>
                    <a:pt x="93" y="96"/>
                  </a:lnTo>
                  <a:lnTo>
                    <a:pt x="95" y="94"/>
                  </a:lnTo>
                  <a:lnTo>
                    <a:pt x="97" y="92"/>
                  </a:lnTo>
                  <a:lnTo>
                    <a:pt x="99" y="91"/>
                  </a:lnTo>
                  <a:lnTo>
                    <a:pt x="102" y="90"/>
                  </a:lnTo>
                  <a:lnTo>
                    <a:pt x="105" y="90"/>
                  </a:lnTo>
                  <a:lnTo>
                    <a:pt x="798" y="90"/>
                  </a:lnTo>
                  <a:lnTo>
                    <a:pt x="800" y="90"/>
                  </a:lnTo>
                  <a:lnTo>
                    <a:pt x="804" y="91"/>
                  </a:lnTo>
                  <a:lnTo>
                    <a:pt x="806" y="92"/>
                  </a:lnTo>
                  <a:lnTo>
                    <a:pt x="808" y="94"/>
                  </a:lnTo>
                  <a:lnTo>
                    <a:pt x="810" y="96"/>
                  </a:lnTo>
                  <a:lnTo>
                    <a:pt x="811" y="100"/>
                  </a:lnTo>
                  <a:lnTo>
                    <a:pt x="812" y="102"/>
                  </a:lnTo>
                  <a:lnTo>
                    <a:pt x="813" y="105"/>
                  </a:lnTo>
                  <a:lnTo>
                    <a:pt x="813" y="496"/>
                  </a:lnTo>
                  <a:close/>
                  <a:moveTo>
                    <a:pt x="888" y="0"/>
                  </a:moveTo>
                  <a:lnTo>
                    <a:pt x="15" y="0"/>
                  </a:lnTo>
                  <a:lnTo>
                    <a:pt x="12" y="0"/>
                  </a:lnTo>
                  <a:lnTo>
                    <a:pt x="9" y="1"/>
                  </a:lnTo>
                  <a:lnTo>
                    <a:pt x="7" y="2"/>
                  </a:lnTo>
                  <a:lnTo>
                    <a:pt x="5" y="4"/>
                  </a:lnTo>
                  <a:lnTo>
                    <a:pt x="2" y="6"/>
                  </a:lnTo>
                  <a:lnTo>
                    <a:pt x="1" y="8"/>
                  </a:lnTo>
                  <a:lnTo>
                    <a:pt x="0" y="12"/>
                  </a:lnTo>
                  <a:lnTo>
                    <a:pt x="0" y="15"/>
                  </a:lnTo>
                  <a:lnTo>
                    <a:pt x="0" y="587"/>
                  </a:lnTo>
                  <a:lnTo>
                    <a:pt x="0" y="590"/>
                  </a:lnTo>
                  <a:lnTo>
                    <a:pt x="1" y="593"/>
                  </a:lnTo>
                  <a:lnTo>
                    <a:pt x="2" y="595"/>
                  </a:lnTo>
                  <a:lnTo>
                    <a:pt x="5" y="597"/>
                  </a:lnTo>
                  <a:lnTo>
                    <a:pt x="7" y="599"/>
                  </a:lnTo>
                  <a:lnTo>
                    <a:pt x="9" y="601"/>
                  </a:lnTo>
                  <a:lnTo>
                    <a:pt x="12" y="602"/>
                  </a:lnTo>
                  <a:lnTo>
                    <a:pt x="15" y="602"/>
                  </a:lnTo>
                  <a:lnTo>
                    <a:pt x="437" y="602"/>
                  </a:lnTo>
                  <a:lnTo>
                    <a:pt x="437" y="701"/>
                  </a:lnTo>
                  <a:lnTo>
                    <a:pt x="260" y="877"/>
                  </a:lnTo>
                  <a:lnTo>
                    <a:pt x="259" y="879"/>
                  </a:lnTo>
                  <a:lnTo>
                    <a:pt x="257" y="883"/>
                  </a:lnTo>
                  <a:lnTo>
                    <a:pt x="256" y="885"/>
                  </a:lnTo>
                  <a:lnTo>
                    <a:pt x="256" y="888"/>
                  </a:lnTo>
                  <a:lnTo>
                    <a:pt x="256" y="891"/>
                  </a:lnTo>
                  <a:lnTo>
                    <a:pt x="257" y="893"/>
                  </a:lnTo>
                  <a:lnTo>
                    <a:pt x="259" y="897"/>
                  </a:lnTo>
                  <a:lnTo>
                    <a:pt x="260" y="899"/>
                  </a:lnTo>
                  <a:lnTo>
                    <a:pt x="263" y="901"/>
                  </a:lnTo>
                  <a:lnTo>
                    <a:pt x="265" y="902"/>
                  </a:lnTo>
                  <a:lnTo>
                    <a:pt x="268" y="903"/>
                  </a:lnTo>
                  <a:lnTo>
                    <a:pt x="271" y="903"/>
                  </a:lnTo>
                  <a:lnTo>
                    <a:pt x="274" y="903"/>
                  </a:lnTo>
                  <a:lnTo>
                    <a:pt x="277" y="902"/>
                  </a:lnTo>
                  <a:lnTo>
                    <a:pt x="279" y="901"/>
                  </a:lnTo>
                  <a:lnTo>
                    <a:pt x="281" y="899"/>
                  </a:lnTo>
                  <a:lnTo>
                    <a:pt x="452" y="728"/>
                  </a:lnTo>
                  <a:lnTo>
                    <a:pt x="621" y="899"/>
                  </a:lnTo>
                  <a:lnTo>
                    <a:pt x="623" y="901"/>
                  </a:lnTo>
                  <a:lnTo>
                    <a:pt x="627" y="902"/>
                  </a:lnTo>
                  <a:lnTo>
                    <a:pt x="629" y="903"/>
                  </a:lnTo>
                  <a:lnTo>
                    <a:pt x="632" y="903"/>
                  </a:lnTo>
                  <a:lnTo>
                    <a:pt x="635" y="903"/>
                  </a:lnTo>
                  <a:lnTo>
                    <a:pt x="637" y="902"/>
                  </a:lnTo>
                  <a:lnTo>
                    <a:pt x="641" y="901"/>
                  </a:lnTo>
                  <a:lnTo>
                    <a:pt x="643" y="899"/>
                  </a:lnTo>
                  <a:lnTo>
                    <a:pt x="645" y="897"/>
                  </a:lnTo>
                  <a:lnTo>
                    <a:pt x="646" y="893"/>
                  </a:lnTo>
                  <a:lnTo>
                    <a:pt x="647" y="891"/>
                  </a:lnTo>
                  <a:lnTo>
                    <a:pt x="647" y="888"/>
                  </a:lnTo>
                  <a:lnTo>
                    <a:pt x="647" y="885"/>
                  </a:lnTo>
                  <a:lnTo>
                    <a:pt x="646" y="883"/>
                  </a:lnTo>
                  <a:lnTo>
                    <a:pt x="645" y="879"/>
                  </a:lnTo>
                  <a:lnTo>
                    <a:pt x="643" y="877"/>
                  </a:lnTo>
                  <a:lnTo>
                    <a:pt x="467" y="701"/>
                  </a:lnTo>
                  <a:lnTo>
                    <a:pt x="467" y="602"/>
                  </a:lnTo>
                  <a:lnTo>
                    <a:pt x="888" y="602"/>
                  </a:lnTo>
                  <a:lnTo>
                    <a:pt x="892" y="602"/>
                  </a:lnTo>
                  <a:lnTo>
                    <a:pt x="894" y="601"/>
                  </a:lnTo>
                  <a:lnTo>
                    <a:pt x="897" y="599"/>
                  </a:lnTo>
                  <a:lnTo>
                    <a:pt x="899" y="597"/>
                  </a:lnTo>
                  <a:lnTo>
                    <a:pt x="900" y="595"/>
                  </a:lnTo>
                  <a:lnTo>
                    <a:pt x="902" y="593"/>
                  </a:lnTo>
                  <a:lnTo>
                    <a:pt x="902" y="590"/>
                  </a:lnTo>
                  <a:lnTo>
                    <a:pt x="903" y="587"/>
                  </a:lnTo>
                  <a:lnTo>
                    <a:pt x="903" y="15"/>
                  </a:lnTo>
                  <a:lnTo>
                    <a:pt x="902" y="12"/>
                  </a:lnTo>
                  <a:lnTo>
                    <a:pt x="902" y="8"/>
                  </a:lnTo>
                  <a:lnTo>
                    <a:pt x="900" y="6"/>
                  </a:lnTo>
                  <a:lnTo>
                    <a:pt x="899" y="4"/>
                  </a:lnTo>
                  <a:lnTo>
                    <a:pt x="897" y="2"/>
                  </a:lnTo>
                  <a:lnTo>
                    <a:pt x="894" y="1"/>
                  </a:lnTo>
                  <a:lnTo>
                    <a:pt x="892" y="0"/>
                  </a:lnTo>
                  <a:lnTo>
                    <a:pt x="888"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sp>
          <p:nvSpPr>
            <p:cNvPr id="9" name="Forme libre 566">
              <a:extLst>
                <a:ext uri="{FF2B5EF4-FFF2-40B4-BE49-F238E27FC236}">
                  <a16:creationId xmlns:a16="http://schemas.microsoft.com/office/drawing/2014/main" id="{B7B50F87-A3AA-4FB6-9692-24BF5512FC5B}"/>
                </a:ext>
              </a:extLst>
            </p:cNvPr>
            <p:cNvSpPr>
              <a:spLocks/>
            </p:cNvSpPr>
            <p:nvPr/>
          </p:nvSpPr>
          <p:spPr bwMode="auto">
            <a:xfrm>
              <a:off x="2054225" y="4843463"/>
              <a:ext cx="200025" cy="73025"/>
            </a:xfrm>
            <a:custGeom>
              <a:avLst/>
              <a:gdLst>
                <a:gd name="T0" fmla="*/ 151 w 632"/>
                <a:gd name="T1" fmla="*/ 151 h 226"/>
                <a:gd name="T2" fmla="*/ 157 w 632"/>
                <a:gd name="T3" fmla="*/ 149 h 226"/>
                <a:gd name="T4" fmla="*/ 161 w 632"/>
                <a:gd name="T5" fmla="*/ 146 h 226"/>
                <a:gd name="T6" fmla="*/ 288 w 632"/>
                <a:gd name="T7" fmla="*/ 217 h 226"/>
                <a:gd name="T8" fmla="*/ 292 w 632"/>
                <a:gd name="T9" fmla="*/ 223 h 226"/>
                <a:gd name="T10" fmla="*/ 299 w 632"/>
                <a:gd name="T11" fmla="*/ 226 h 226"/>
                <a:gd name="T12" fmla="*/ 302 w 632"/>
                <a:gd name="T13" fmla="*/ 226 h 226"/>
                <a:gd name="T14" fmla="*/ 307 w 632"/>
                <a:gd name="T15" fmla="*/ 225 h 226"/>
                <a:gd name="T16" fmla="*/ 313 w 632"/>
                <a:gd name="T17" fmla="*/ 222 h 226"/>
                <a:gd name="T18" fmla="*/ 471 w 632"/>
                <a:gd name="T19" fmla="*/ 191 h 226"/>
                <a:gd name="T20" fmla="*/ 477 w 632"/>
                <a:gd name="T21" fmla="*/ 195 h 226"/>
                <a:gd name="T22" fmla="*/ 483 w 632"/>
                <a:gd name="T23" fmla="*/ 196 h 226"/>
                <a:gd name="T24" fmla="*/ 488 w 632"/>
                <a:gd name="T25" fmla="*/ 194 h 226"/>
                <a:gd name="T26" fmla="*/ 494 w 632"/>
                <a:gd name="T27" fmla="*/ 191 h 226"/>
                <a:gd name="T28" fmla="*/ 631 w 632"/>
                <a:gd name="T29" fmla="*/ 23 h 226"/>
                <a:gd name="T30" fmla="*/ 632 w 632"/>
                <a:gd name="T31" fmla="*/ 16 h 226"/>
                <a:gd name="T32" fmla="*/ 632 w 632"/>
                <a:gd name="T33" fmla="*/ 11 h 226"/>
                <a:gd name="T34" fmla="*/ 629 w 632"/>
                <a:gd name="T35" fmla="*/ 5 h 226"/>
                <a:gd name="T36" fmla="*/ 625 w 632"/>
                <a:gd name="T37" fmla="*/ 2 h 226"/>
                <a:gd name="T38" fmla="*/ 619 w 632"/>
                <a:gd name="T39" fmla="*/ 0 h 226"/>
                <a:gd name="T40" fmla="*/ 613 w 632"/>
                <a:gd name="T41" fmla="*/ 1 h 226"/>
                <a:gd name="T42" fmla="*/ 607 w 632"/>
                <a:gd name="T43" fmla="*/ 3 h 226"/>
                <a:gd name="T44" fmla="*/ 481 w 632"/>
                <a:gd name="T45" fmla="*/ 159 h 226"/>
                <a:gd name="T46" fmla="*/ 415 w 632"/>
                <a:gd name="T47" fmla="*/ 93 h 226"/>
                <a:gd name="T48" fmla="*/ 409 w 632"/>
                <a:gd name="T49" fmla="*/ 91 h 226"/>
                <a:gd name="T50" fmla="*/ 404 w 632"/>
                <a:gd name="T51" fmla="*/ 91 h 226"/>
                <a:gd name="T52" fmla="*/ 398 w 632"/>
                <a:gd name="T53" fmla="*/ 93 h 226"/>
                <a:gd name="T54" fmla="*/ 307 w 632"/>
                <a:gd name="T55" fmla="*/ 185 h 226"/>
                <a:gd name="T56" fmla="*/ 247 w 632"/>
                <a:gd name="T57" fmla="*/ 39 h 226"/>
                <a:gd name="T58" fmla="*/ 242 w 632"/>
                <a:gd name="T59" fmla="*/ 34 h 226"/>
                <a:gd name="T60" fmla="*/ 234 w 632"/>
                <a:gd name="T61" fmla="*/ 33 h 226"/>
                <a:gd name="T62" fmla="*/ 227 w 632"/>
                <a:gd name="T63" fmla="*/ 35 h 226"/>
                <a:gd name="T64" fmla="*/ 144 w 632"/>
                <a:gd name="T65" fmla="*/ 121 h 226"/>
                <a:gd name="T66" fmla="*/ 12 w 632"/>
                <a:gd name="T67" fmla="*/ 121 h 226"/>
                <a:gd name="T68" fmla="*/ 7 w 632"/>
                <a:gd name="T69" fmla="*/ 123 h 226"/>
                <a:gd name="T70" fmla="*/ 3 w 632"/>
                <a:gd name="T71" fmla="*/ 128 h 226"/>
                <a:gd name="T72" fmla="*/ 0 w 632"/>
                <a:gd name="T73" fmla="*/ 133 h 226"/>
                <a:gd name="T74" fmla="*/ 0 w 632"/>
                <a:gd name="T75" fmla="*/ 138 h 226"/>
                <a:gd name="T76" fmla="*/ 3 w 632"/>
                <a:gd name="T77" fmla="*/ 144 h 226"/>
                <a:gd name="T78" fmla="*/ 7 w 632"/>
                <a:gd name="T79" fmla="*/ 148 h 226"/>
                <a:gd name="T80" fmla="*/ 12 w 632"/>
                <a:gd name="T81" fmla="*/ 150 h 226"/>
                <a:gd name="T82" fmla="*/ 15 w 632"/>
                <a:gd name="T83" fmla="*/ 151 h 2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Lst>
              <a:rect l="0" t="0" r="r" b="b"/>
              <a:pathLst>
                <a:path w="632" h="226">
                  <a:moveTo>
                    <a:pt x="15" y="151"/>
                  </a:moveTo>
                  <a:lnTo>
                    <a:pt x="151" y="151"/>
                  </a:lnTo>
                  <a:lnTo>
                    <a:pt x="154" y="150"/>
                  </a:lnTo>
                  <a:lnTo>
                    <a:pt x="157" y="149"/>
                  </a:lnTo>
                  <a:lnTo>
                    <a:pt x="159" y="148"/>
                  </a:lnTo>
                  <a:lnTo>
                    <a:pt x="161" y="146"/>
                  </a:lnTo>
                  <a:lnTo>
                    <a:pt x="230" y="75"/>
                  </a:lnTo>
                  <a:lnTo>
                    <a:pt x="288" y="217"/>
                  </a:lnTo>
                  <a:lnTo>
                    <a:pt x="289" y="220"/>
                  </a:lnTo>
                  <a:lnTo>
                    <a:pt x="292" y="223"/>
                  </a:lnTo>
                  <a:lnTo>
                    <a:pt x="294" y="224"/>
                  </a:lnTo>
                  <a:lnTo>
                    <a:pt x="299" y="226"/>
                  </a:lnTo>
                  <a:lnTo>
                    <a:pt x="300" y="226"/>
                  </a:lnTo>
                  <a:lnTo>
                    <a:pt x="302" y="226"/>
                  </a:lnTo>
                  <a:lnTo>
                    <a:pt x="304" y="226"/>
                  </a:lnTo>
                  <a:lnTo>
                    <a:pt x="307" y="225"/>
                  </a:lnTo>
                  <a:lnTo>
                    <a:pt x="309" y="223"/>
                  </a:lnTo>
                  <a:lnTo>
                    <a:pt x="313" y="222"/>
                  </a:lnTo>
                  <a:lnTo>
                    <a:pt x="407" y="127"/>
                  </a:lnTo>
                  <a:lnTo>
                    <a:pt x="471" y="191"/>
                  </a:lnTo>
                  <a:lnTo>
                    <a:pt x="473" y="193"/>
                  </a:lnTo>
                  <a:lnTo>
                    <a:pt x="477" y="195"/>
                  </a:lnTo>
                  <a:lnTo>
                    <a:pt x="480" y="196"/>
                  </a:lnTo>
                  <a:lnTo>
                    <a:pt x="483" y="196"/>
                  </a:lnTo>
                  <a:lnTo>
                    <a:pt x="486" y="195"/>
                  </a:lnTo>
                  <a:lnTo>
                    <a:pt x="488" y="194"/>
                  </a:lnTo>
                  <a:lnTo>
                    <a:pt x="492" y="193"/>
                  </a:lnTo>
                  <a:lnTo>
                    <a:pt x="494" y="191"/>
                  </a:lnTo>
                  <a:lnTo>
                    <a:pt x="629" y="25"/>
                  </a:lnTo>
                  <a:lnTo>
                    <a:pt x="631" y="23"/>
                  </a:lnTo>
                  <a:lnTo>
                    <a:pt x="632" y="19"/>
                  </a:lnTo>
                  <a:lnTo>
                    <a:pt x="632" y="16"/>
                  </a:lnTo>
                  <a:lnTo>
                    <a:pt x="632" y="14"/>
                  </a:lnTo>
                  <a:lnTo>
                    <a:pt x="632" y="11"/>
                  </a:lnTo>
                  <a:lnTo>
                    <a:pt x="631" y="9"/>
                  </a:lnTo>
                  <a:lnTo>
                    <a:pt x="629" y="5"/>
                  </a:lnTo>
                  <a:lnTo>
                    <a:pt x="627" y="3"/>
                  </a:lnTo>
                  <a:lnTo>
                    <a:pt x="625" y="2"/>
                  </a:lnTo>
                  <a:lnTo>
                    <a:pt x="621" y="1"/>
                  </a:lnTo>
                  <a:lnTo>
                    <a:pt x="619" y="0"/>
                  </a:lnTo>
                  <a:lnTo>
                    <a:pt x="616" y="0"/>
                  </a:lnTo>
                  <a:lnTo>
                    <a:pt x="613" y="1"/>
                  </a:lnTo>
                  <a:lnTo>
                    <a:pt x="611" y="2"/>
                  </a:lnTo>
                  <a:lnTo>
                    <a:pt x="607" y="3"/>
                  </a:lnTo>
                  <a:lnTo>
                    <a:pt x="605" y="5"/>
                  </a:lnTo>
                  <a:lnTo>
                    <a:pt x="481" y="159"/>
                  </a:lnTo>
                  <a:lnTo>
                    <a:pt x="418" y="95"/>
                  </a:lnTo>
                  <a:lnTo>
                    <a:pt x="415" y="93"/>
                  </a:lnTo>
                  <a:lnTo>
                    <a:pt x="412" y="91"/>
                  </a:lnTo>
                  <a:lnTo>
                    <a:pt x="409" y="91"/>
                  </a:lnTo>
                  <a:lnTo>
                    <a:pt x="407" y="90"/>
                  </a:lnTo>
                  <a:lnTo>
                    <a:pt x="404" y="91"/>
                  </a:lnTo>
                  <a:lnTo>
                    <a:pt x="400" y="91"/>
                  </a:lnTo>
                  <a:lnTo>
                    <a:pt x="398" y="93"/>
                  </a:lnTo>
                  <a:lnTo>
                    <a:pt x="396" y="95"/>
                  </a:lnTo>
                  <a:lnTo>
                    <a:pt x="307" y="185"/>
                  </a:lnTo>
                  <a:lnTo>
                    <a:pt x="249" y="42"/>
                  </a:lnTo>
                  <a:lnTo>
                    <a:pt x="247" y="39"/>
                  </a:lnTo>
                  <a:lnTo>
                    <a:pt x="244" y="36"/>
                  </a:lnTo>
                  <a:lnTo>
                    <a:pt x="242" y="34"/>
                  </a:lnTo>
                  <a:lnTo>
                    <a:pt x="237" y="33"/>
                  </a:lnTo>
                  <a:lnTo>
                    <a:pt x="234" y="33"/>
                  </a:lnTo>
                  <a:lnTo>
                    <a:pt x="230" y="33"/>
                  </a:lnTo>
                  <a:lnTo>
                    <a:pt x="227" y="35"/>
                  </a:lnTo>
                  <a:lnTo>
                    <a:pt x="224" y="38"/>
                  </a:lnTo>
                  <a:lnTo>
                    <a:pt x="144" y="121"/>
                  </a:lnTo>
                  <a:lnTo>
                    <a:pt x="15" y="121"/>
                  </a:lnTo>
                  <a:lnTo>
                    <a:pt x="12" y="121"/>
                  </a:lnTo>
                  <a:lnTo>
                    <a:pt x="9" y="122"/>
                  </a:lnTo>
                  <a:lnTo>
                    <a:pt x="7" y="123"/>
                  </a:lnTo>
                  <a:lnTo>
                    <a:pt x="5" y="126"/>
                  </a:lnTo>
                  <a:lnTo>
                    <a:pt x="3" y="128"/>
                  </a:lnTo>
                  <a:lnTo>
                    <a:pt x="2" y="130"/>
                  </a:lnTo>
                  <a:lnTo>
                    <a:pt x="0" y="133"/>
                  </a:lnTo>
                  <a:lnTo>
                    <a:pt x="0" y="136"/>
                  </a:lnTo>
                  <a:lnTo>
                    <a:pt x="0" y="138"/>
                  </a:lnTo>
                  <a:lnTo>
                    <a:pt x="2" y="142"/>
                  </a:lnTo>
                  <a:lnTo>
                    <a:pt x="3" y="144"/>
                  </a:lnTo>
                  <a:lnTo>
                    <a:pt x="5" y="146"/>
                  </a:lnTo>
                  <a:lnTo>
                    <a:pt x="7" y="148"/>
                  </a:lnTo>
                  <a:lnTo>
                    <a:pt x="9" y="150"/>
                  </a:lnTo>
                  <a:lnTo>
                    <a:pt x="12" y="150"/>
                  </a:lnTo>
                  <a:lnTo>
                    <a:pt x="15" y="151"/>
                  </a:lnTo>
                  <a:lnTo>
                    <a:pt x="15" y="151"/>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grpSp>
      <p:sp>
        <p:nvSpPr>
          <p:cNvPr id="6" name="ZoneTexte 5"/>
          <p:cNvSpPr txBox="1"/>
          <p:nvPr/>
        </p:nvSpPr>
        <p:spPr>
          <a:xfrm>
            <a:off x="5293453" y="6266576"/>
            <a:ext cx="2131866" cy="369332"/>
          </a:xfrm>
          <a:prstGeom prst="rect">
            <a:avLst/>
          </a:prstGeom>
          <a:noFill/>
        </p:spPr>
        <p:txBody>
          <a:bodyPr wrap="none" rtlCol="0">
            <a:spAutoFit/>
          </a:bodyPr>
          <a:lstStyle/>
          <a:p>
            <a:r>
              <a:rPr lang="fr-FR" b="1" dirty="0" smtClean="0">
                <a:solidFill>
                  <a:schemeClr val="bg1"/>
                </a:solidFill>
                <a:latin typeface="Arial" panose="020B0604020202020204" pitchFamily="34" charset="0"/>
                <a:cs typeface="Arial" panose="020B0604020202020204" pitchFamily="34" charset="0"/>
              </a:rPr>
              <a:t>Wilfried </a:t>
            </a:r>
            <a:r>
              <a:rPr lang="fr-FR" b="1" dirty="0" err="1" smtClean="0">
                <a:solidFill>
                  <a:schemeClr val="bg1"/>
                </a:solidFill>
                <a:latin typeface="Arial" panose="020B0604020202020204" pitchFamily="34" charset="0"/>
                <a:cs typeface="Arial" panose="020B0604020202020204" pitchFamily="34" charset="0"/>
              </a:rPr>
              <a:t>Bourrinet</a:t>
            </a:r>
            <a:endParaRPr lang="fr-FR" b="1" dirty="0">
              <a:solidFill>
                <a:schemeClr val="bg1"/>
              </a:solidFill>
              <a:latin typeface="Arial" panose="020B0604020202020204" pitchFamily="34" charset="0"/>
              <a:cs typeface="Arial" panose="020B0604020202020204" pitchFamily="34" charset="0"/>
            </a:endParaRPr>
          </a:p>
        </p:txBody>
      </p:sp>
      <p:sp>
        <p:nvSpPr>
          <p:cNvPr id="10" name="Espace réservé du numéro de diapositive 9"/>
          <p:cNvSpPr>
            <a:spLocks noGrp="1"/>
          </p:cNvSpPr>
          <p:nvPr>
            <p:ph type="sldNum" sz="quarter" idx="12"/>
          </p:nvPr>
        </p:nvSpPr>
        <p:spPr/>
        <p:txBody>
          <a:bodyPr/>
          <a:lstStyle/>
          <a:p>
            <a:pPr rtl="0"/>
            <a:fld id="{06FEDF93-2BFD-41CA-ABC7-B039102F3792}" type="slidenum">
              <a:rPr lang="fr-FR" b="1" noProof="0" smtClean="0">
                <a:solidFill>
                  <a:schemeClr val="bg1"/>
                </a:solidFill>
              </a:rPr>
              <a:t>1</a:t>
            </a:fld>
            <a:endParaRPr lang="fr-FR" b="1" noProof="0" dirty="0">
              <a:solidFill>
                <a:schemeClr val="bg1"/>
              </a:solidFill>
            </a:endParaRPr>
          </a:p>
        </p:txBody>
      </p:sp>
    </p:spTree>
    <p:extLst>
      <p:ext uri="{BB962C8B-B14F-4D97-AF65-F5344CB8AC3E}">
        <p14:creationId xmlns:p14="http://schemas.microsoft.com/office/powerpoint/2010/main" val="2387849042"/>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e 22">
            <a:extLst>
              <a:ext uri="{FF2B5EF4-FFF2-40B4-BE49-F238E27FC236}">
                <a16:creationId xmlns:a16="http://schemas.microsoft.com/office/drawing/2014/main" id="{364CFD90-D0E1-4BC3-9D8B-7503E2632C39}"/>
              </a:ext>
              <a:ext uri="{C183D7F6-B498-43B3-948B-1728B52AA6E4}">
                <adec:decorative xmlns=""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4" name="Titr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2</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18833"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Sommaire</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e 12">
            <a:extLst>
              <a:ext uri="{FF2B5EF4-FFF2-40B4-BE49-F238E27FC236}">
                <a16:creationId xmlns:a16="http://schemas.microsoft.com/office/drawing/2014/main" id="{E3ECCC05-FF78-40FA-84FF-172821D8B58A}"/>
              </a:ext>
              <a:ext uri="{C183D7F6-B498-43B3-948B-1728B52AA6E4}">
                <adec:decorative xmlns="" xmlns:adec="http://schemas.microsoft.com/office/drawing/2017/decorative" val="1"/>
              </a:ext>
            </a:extLst>
          </p:cNvPr>
          <p:cNvSpPr/>
          <p:nvPr/>
        </p:nvSpPr>
        <p:spPr>
          <a:xfrm>
            <a:off x="5248275" y="2857500"/>
            <a:ext cx="1695450" cy="16954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b="1" dirty="0">
                <a:latin typeface="+mj-lt"/>
              </a:rPr>
              <a:t>PROJET</a:t>
            </a:r>
          </a:p>
        </p:txBody>
      </p:sp>
      <p:sp>
        <p:nvSpPr>
          <p:cNvPr id="16" name="Rectangle : Coins arrondis 15">
            <a:extLst>
              <a:ext uri="{FF2B5EF4-FFF2-40B4-BE49-F238E27FC236}">
                <a16:creationId xmlns:a16="http://schemas.microsoft.com/office/drawing/2014/main" id="{D6178536-4D8A-4FF2-BBDC-4B3E7E0FCF26}"/>
              </a:ext>
              <a:ext uri="{C183D7F6-B498-43B3-948B-1728B52AA6E4}">
                <adec:decorative xmlns="" xmlns:adec="http://schemas.microsoft.com/office/drawing/2017/decorative" val="1"/>
              </a:ext>
            </a:extLst>
          </p:cNvPr>
          <p:cNvSpPr/>
          <p:nvPr/>
        </p:nvSpPr>
        <p:spPr>
          <a:xfrm>
            <a:off x="7387464" y="686411"/>
            <a:ext cx="3710175" cy="717834"/>
          </a:xfrm>
          <a:prstGeom prst="roundRect">
            <a:avLst>
              <a:gd name="adj" fmla="val 5000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sz="2400" b="1" dirty="0" smtClean="0">
                <a:solidFill>
                  <a:schemeClr val="tx1"/>
                </a:solidFill>
              </a:rPr>
              <a:t>GESTION</a:t>
            </a:r>
          </a:p>
          <a:p>
            <a:pPr algn="ctr" rtl="0"/>
            <a:r>
              <a:rPr lang="fr-FR" sz="2400" b="1" dirty="0" smtClean="0">
                <a:solidFill>
                  <a:schemeClr val="tx1"/>
                </a:solidFill>
              </a:rPr>
              <a:t> DE PROJET</a:t>
            </a:r>
            <a:endParaRPr lang="fr-FR" sz="2400" b="1" dirty="0">
              <a:solidFill>
                <a:schemeClr val="tx1"/>
              </a:solidFill>
            </a:endParaRPr>
          </a:p>
        </p:txBody>
      </p:sp>
      <p:sp>
        <p:nvSpPr>
          <p:cNvPr id="15" name="Ovale 14">
            <a:extLst>
              <a:ext uri="{FF2B5EF4-FFF2-40B4-BE49-F238E27FC236}">
                <a16:creationId xmlns:a16="http://schemas.microsoft.com/office/drawing/2014/main" id="{416F1356-9015-4B5C-9C64-3C1D963E5F59}"/>
              </a:ext>
              <a:ext uri="{C183D7F6-B498-43B3-948B-1728B52AA6E4}">
                <adec:decorative xmlns="" xmlns:adec="http://schemas.microsoft.com/office/drawing/2017/decorative" val="1"/>
              </a:ext>
            </a:extLst>
          </p:cNvPr>
          <p:cNvSpPr/>
          <p:nvPr/>
        </p:nvSpPr>
        <p:spPr>
          <a:xfrm>
            <a:off x="7276339" y="566999"/>
            <a:ext cx="924301" cy="91042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19" name="Rectangle : Coins arrondis 18">
            <a:extLst>
              <a:ext uri="{FF2B5EF4-FFF2-40B4-BE49-F238E27FC236}">
                <a16:creationId xmlns:a16="http://schemas.microsoft.com/office/drawing/2014/main" id="{EB7F2E37-0ACF-4E8A-9C1D-EC5B65BA2906}"/>
              </a:ext>
              <a:ext uri="{C183D7F6-B498-43B3-948B-1728B52AA6E4}">
                <adec:decorative xmlns="" xmlns:adec="http://schemas.microsoft.com/office/drawing/2017/decorative" val="1"/>
              </a:ext>
            </a:extLst>
          </p:cNvPr>
          <p:cNvSpPr/>
          <p:nvPr/>
        </p:nvSpPr>
        <p:spPr>
          <a:xfrm>
            <a:off x="7497240" y="1764850"/>
            <a:ext cx="3600400" cy="717834"/>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sz="2400" b="1" dirty="0" smtClean="0"/>
              <a:t>ARBORESCENCE</a:t>
            </a:r>
            <a:endParaRPr lang="fr-FR" sz="2400" b="1" dirty="0"/>
          </a:p>
        </p:txBody>
      </p:sp>
      <p:sp>
        <p:nvSpPr>
          <p:cNvPr id="20" name="Ovale 19">
            <a:extLst>
              <a:ext uri="{FF2B5EF4-FFF2-40B4-BE49-F238E27FC236}">
                <a16:creationId xmlns:a16="http://schemas.microsoft.com/office/drawing/2014/main" id="{88F812F5-70AF-4FBD-80D9-D59B3C456D5E}"/>
              </a:ext>
              <a:ext uri="{C183D7F6-B498-43B3-948B-1728B52AA6E4}">
                <adec:decorative xmlns="" xmlns:adec="http://schemas.microsoft.com/office/drawing/2017/decorative" val="1"/>
              </a:ext>
            </a:extLst>
          </p:cNvPr>
          <p:cNvSpPr/>
          <p:nvPr/>
        </p:nvSpPr>
        <p:spPr>
          <a:xfrm>
            <a:off x="7294478" y="1645438"/>
            <a:ext cx="924301" cy="91042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21" name="Rectangle : Coins arrondis 20">
            <a:extLst>
              <a:ext uri="{FF2B5EF4-FFF2-40B4-BE49-F238E27FC236}">
                <a16:creationId xmlns:a16="http://schemas.microsoft.com/office/drawing/2014/main" id="{952C5002-7E64-4069-ACA0-6876E54A9B46}"/>
              </a:ext>
              <a:ext uri="{C183D7F6-B498-43B3-948B-1728B52AA6E4}">
                <adec:decorative xmlns="" xmlns:adec="http://schemas.microsoft.com/office/drawing/2017/decorative" val="1"/>
              </a:ext>
            </a:extLst>
          </p:cNvPr>
          <p:cNvSpPr/>
          <p:nvPr/>
        </p:nvSpPr>
        <p:spPr>
          <a:xfrm>
            <a:off x="7405604" y="2828903"/>
            <a:ext cx="3692036" cy="717834"/>
          </a:xfrm>
          <a:prstGeom prst="roundRect">
            <a:avLst>
              <a:gd name="adj" fmla="val 5000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sz="2000" b="1" dirty="0" smtClean="0">
                <a:solidFill>
                  <a:schemeClr val="tx1"/>
                </a:solidFill>
              </a:rPr>
              <a:t>SPECIFICATIONS</a:t>
            </a:r>
          </a:p>
          <a:p>
            <a:pPr algn="ctr" rtl="0"/>
            <a:r>
              <a:rPr lang="fr-FR" sz="2000" b="1" dirty="0" smtClean="0">
                <a:solidFill>
                  <a:schemeClr val="tx1"/>
                </a:solidFill>
              </a:rPr>
              <a:t>FONCTIONNELLES</a:t>
            </a:r>
            <a:endParaRPr lang="fr-FR" sz="2000" b="1" dirty="0">
              <a:solidFill>
                <a:schemeClr val="tx1"/>
              </a:solidFill>
            </a:endParaRPr>
          </a:p>
        </p:txBody>
      </p:sp>
      <p:sp>
        <p:nvSpPr>
          <p:cNvPr id="22" name="Ovale 21">
            <a:extLst>
              <a:ext uri="{FF2B5EF4-FFF2-40B4-BE49-F238E27FC236}">
                <a16:creationId xmlns:a16="http://schemas.microsoft.com/office/drawing/2014/main" id="{A49C5F3A-6F0D-4A0F-AE6E-92F342C22ACD}"/>
              </a:ext>
              <a:ext uri="{C183D7F6-B498-43B3-948B-1728B52AA6E4}">
                <adec:decorative xmlns="" xmlns:adec="http://schemas.microsoft.com/office/drawing/2017/decorative" val="1"/>
              </a:ext>
            </a:extLst>
          </p:cNvPr>
          <p:cNvSpPr/>
          <p:nvPr/>
        </p:nvSpPr>
        <p:spPr>
          <a:xfrm>
            <a:off x="7294478" y="2709491"/>
            <a:ext cx="947826" cy="91042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25" name="Rectangle : Coins arrondis 24">
            <a:extLst>
              <a:ext uri="{FF2B5EF4-FFF2-40B4-BE49-F238E27FC236}">
                <a16:creationId xmlns:a16="http://schemas.microsoft.com/office/drawing/2014/main" id="{94A75A79-A67A-4A23-8588-7FC5EB9A5183}"/>
              </a:ext>
              <a:ext uri="{C183D7F6-B498-43B3-948B-1728B52AA6E4}">
                <adec:decorative xmlns="" xmlns:adec="http://schemas.microsoft.com/office/drawing/2017/decorative" val="1"/>
              </a:ext>
            </a:extLst>
          </p:cNvPr>
          <p:cNvSpPr/>
          <p:nvPr/>
        </p:nvSpPr>
        <p:spPr>
          <a:xfrm>
            <a:off x="981076" y="673465"/>
            <a:ext cx="3600400" cy="717834"/>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rtl="0"/>
            <a:r>
              <a:rPr lang="fr-FR" sz="2400" b="1" dirty="0" smtClean="0"/>
              <a:t>PRESENTATION</a:t>
            </a:r>
            <a:endParaRPr lang="fr-FR" sz="2400" b="1" dirty="0"/>
          </a:p>
        </p:txBody>
      </p:sp>
      <p:sp>
        <p:nvSpPr>
          <p:cNvPr id="26" name="Ovale 25">
            <a:extLst>
              <a:ext uri="{FF2B5EF4-FFF2-40B4-BE49-F238E27FC236}">
                <a16:creationId xmlns:a16="http://schemas.microsoft.com/office/drawing/2014/main" id="{BBC62739-FA35-49F8-8929-743B31F55A69}"/>
              </a:ext>
              <a:ext uri="{C183D7F6-B498-43B3-948B-1728B52AA6E4}">
                <adec:decorative xmlns="" xmlns:adec="http://schemas.microsoft.com/office/drawing/2017/decorative" val="1"/>
              </a:ext>
            </a:extLst>
          </p:cNvPr>
          <p:cNvSpPr/>
          <p:nvPr/>
        </p:nvSpPr>
        <p:spPr>
          <a:xfrm>
            <a:off x="3813175" y="554053"/>
            <a:ext cx="924301" cy="91042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27" name="Rectangle : Coins arrondis 26">
            <a:extLst>
              <a:ext uri="{FF2B5EF4-FFF2-40B4-BE49-F238E27FC236}">
                <a16:creationId xmlns:a16="http://schemas.microsoft.com/office/drawing/2014/main" id="{71BB375D-5EE6-4428-9817-2C7DB6B94332}"/>
              </a:ext>
              <a:ext uri="{C183D7F6-B498-43B3-948B-1728B52AA6E4}">
                <adec:decorative xmlns="" xmlns:adec="http://schemas.microsoft.com/office/drawing/2017/decorative" val="1"/>
              </a:ext>
            </a:extLst>
          </p:cNvPr>
          <p:cNvSpPr/>
          <p:nvPr/>
        </p:nvSpPr>
        <p:spPr>
          <a:xfrm>
            <a:off x="981076" y="1761095"/>
            <a:ext cx="3600400" cy="717834"/>
          </a:xfrm>
          <a:prstGeom prst="roundRect">
            <a:avLst>
              <a:gd name="adj" fmla="val 5000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rtl="0"/>
            <a:r>
              <a:rPr lang="fr-FR" sz="2000" b="1" dirty="0" smtClean="0">
                <a:solidFill>
                  <a:schemeClr val="tx1"/>
                </a:solidFill>
              </a:rPr>
              <a:t>TECHNOLOGIES &amp; LANGAGES UTILISEES</a:t>
            </a:r>
            <a:endParaRPr lang="fr-FR" sz="2000" b="1" dirty="0">
              <a:solidFill>
                <a:schemeClr val="tx1"/>
              </a:solidFill>
            </a:endParaRPr>
          </a:p>
        </p:txBody>
      </p:sp>
      <p:sp>
        <p:nvSpPr>
          <p:cNvPr id="28" name="Ovale 27">
            <a:extLst>
              <a:ext uri="{FF2B5EF4-FFF2-40B4-BE49-F238E27FC236}">
                <a16:creationId xmlns:a16="http://schemas.microsoft.com/office/drawing/2014/main" id="{B3A511B7-C7F3-4107-9962-1E10D2E087DD}"/>
              </a:ext>
              <a:ext uri="{C183D7F6-B498-43B3-948B-1728B52AA6E4}">
                <adec:decorative xmlns="" xmlns:adec="http://schemas.microsoft.com/office/drawing/2017/decorative" val="1"/>
              </a:ext>
            </a:extLst>
          </p:cNvPr>
          <p:cNvSpPr/>
          <p:nvPr/>
        </p:nvSpPr>
        <p:spPr>
          <a:xfrm>
            <a:off x="3813175" y="1641683"/>
            <a:ext cx="924301" cy="91042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29" name="Rectangle : Coins arrondis 28">
            <a:extLst>
              <a:ext uri="{FF2B5EF4-FFF2-40B4-BE49-F238E27FC236}">
                <a16:creationId xmlns:a16="http://schemas.microsoft.com/office/drawing/2014/main" id="{D4D7D4B6-62C2-45AB-89A5-3A41DA021FD2}"/>
              </a:ext>
              <a:ext uri="{C183D7F6-B498-43B3-948B-1728B52AA6E4}">
                <adec:decorative xmlns="" xmlns:adec="http://schemas.microsoft.com/office/drawing/2017/decorative" val="1"/>
              </a:ext>
            </a:extLst>
          </p:cNvPr>
          <p:cNvSpPr/>
          <p:nvPr/>
        </p:nvSpPr>
        <p:spPr>
          <a:xfrm>
            <a:off x="981076" y="2828903"/>
            <a:ext cx="3600400" cy="717834"/>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smtClean="0"/>
              <a:t>ACCESSIBILITÉ </a:t>
            </a:r>
          </a:p>
          <a:p>
            <a:r>
              <a:rPr lang="fr-FR" sz="2400" b="1" dirty="0" smtClean="0"/>
              <a:t>&amp; MAQUETTES</a:t>
            </a:r>
            <a:endParaRPr lang="fr-FR" sz="2400" b="1" dirty="0"/>
          </a:p>
        </p:txBody>
      </p:sp>
      <p:sp>
        <p:nvSpPr>
          <p:cNvPr id="30" name="Ovale 29">
            <a:extLst>
              <a:ext uri="{FF2B5EF4-FFF2-40B4-BE49-F238E27FC236}">
                <a16:creationId xmlns:a16="http://schemas.microsoft.com/office/drawing/2014/main" id="{83902602-D4BC-4D44-AC14-BB55A86C5D06}"/>
              </a:ext>
              <a:ext uri="{C183D7F6-B498-43B3-948B-1728B52AA6E4}">
                <adec:decorative xmlns="" xmlns:adec="http://schemas.microsoft.com/office/drawing/2017/decorative" val="1"/>
              </a:ext>
            </a:extLst>
          </p:cNvPr>
          <p:cNvSpPr/>
          <p:nvPr/>
        </p:nvSpPr>
        <p:spPr>
          <a:xfrm>
            <a:off x="3813175" y="2709491"/>
            <a:ext cx="924301" cy="91042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nvGrpSpPr>
          <p:cNvPr id="31" name="Groupe 30" descr="Icônes de graphique à barres et en courbes.">
            <a:extLst>
              <a:ext uri="{FF2B5EF4-FFF2-40B4-BE49-F238E27FC236}">
                <a16:creationId xmlns:a16="http://schemas.microsoft.com/office/drawing/2014/main" id="{044C3643-8A0E-47C1-BEB8-C73203B5E58D}"/>
              </a:ext>
            </a:extLst>
          </p:cNvPr>
          <p:cNvGrpSpPr/>
          <p:nvPr/>
        </p:nvGrpSpPr>
        <p:grpSpPr>
          <a:xfrm>
            <a:off x="4109236" y="909710"/>
            <a:ext cx="341945" cy="336811"/>
            <a:chOff x="4319588" y="2492375"/>
            <a:chExt cx="287338" cy="287338"/>
          </a:xfrm>
          <a:solidFill>
            <a:schemeClr val="bg1"/>
          </a:solidFill>
        </p:grpSpPr>
        <p:sp>
          <p:nvSpPr>
            <p:cNvPr id="32" name="Forme libre 372">
              <a:extLst>
                <a:ext uri="{FF2B5EF4-FFF2-40B4-BE49-F238E27FC236}">
                  <a16:creationId xmlns:a16="http://schemas.microsoft.com/office/drawing/2014/main" id="{56E8F5A5-5318-470B-8F42-337C264086AA}"/>
                </a:ext>
              </a:extLst>
            </p:cNvPr>
            <p:cNvSpPr>
              <a:spLocks/>
            </p:cNvSpPr>
            <p:nvPr/>
          </p:nvSpPr>
          <p:spPr bwMode="auto">
            <a:xfrm>
              <a:off x="4319588" y="2587625"/>
              <a:ext cx="287338" cy="192088"/>
            </a:xfrm>
            <a:custGeom>
              <a:avLst/>
              <a:gdLst>
                <a:gd name="T0" fmla="*/ 843 w 904"/>
                <a:gd name="T1" fmla="*/ 572 h 602"/>
                <a:gd name="T2" fmla="*/ 843 w 904"/>
                <a:gd name="T3" fmla="*/ 12 h 602"/>
                <a:gd name="T4" fmla="*/ 841 w 904"/>
                <a:gd name="T5" fmla="*/ 7 h 602"/>
                <a:gd name="T6" fmla="*/ 836 w 904"/>
                <a:gd name="T7" fmla="*/ 3 h 602"/>
                <a:gd name="T8" fmla="*/ 831 w 904"/>
                <a:gd name="T9" fmla="*/ 1 h 602"/>
                <a:gd name="T10" fmla="*/ 708 w 904"/>
                <a:gd name="T11" fmla="*/ 0 h 602"/>
                <a:gd name="T12" fmla="*/ 702 w 904"/>
                <a:gd name="T13" fmla="*/ 2 h 602"/>
                <a:gd name="T14" fmla="*/ 697 w 904"/>
                <a:gd name="T15" fmla="*/ 5 h 602"/>
                <a:gd name="T16" fmla="*/ 694 w 904"/>
                <a:gd name="T17" fmla="*/ 9 h 602"/>
                <a:gd name="T18" fmla="*/ 693 w 904"/>
                <a:gd name="T19" fmla="*/ 16 h 602"/>
                <a:gd name="T20" fmla="*/ 632 w 904"/>
                <a:gd name="T21" fmla="*/ 572 h 602"/>
                <a:gd name="T22" fmla="*/ 632 w 904"/>
                <a:gd name="T23" fmla="*/ 283 h 602"/>
                <a:gd name="T24" fmla="*/ 630 w 904"/>
                <a:gd name="T25" fmla="*/ 277 h 602"/>
                <a:gd name="T26" fmla="*/ 626 w 904"/>
                <a:gd name="T27" fmla="*/ 274 h 602"/>
                <a:gd name="T28" fmla="*/ 621 w 904"/>
                <a:gd name="T29" fmla="*/ 271 h 602"/>
                <a:gd name="T30" fmla="*/ 497 w 904"/>
                <a:gd name="T31" fmla="*/ 271 h 602"/>
                <a:gd name="T32" fmla="*/ 491 w 904"/>
                <a:gd name="T33" fmla="*/ 272 h 602"/>
                <a:gd name="T34" fmla="*/ 487 w 904"/>
                <a:gd name="T35" fmla="*/ 275 h 602"/>
                <a:gd name="T36" fmla="*/ 483 w 904"/>
                <a:gd name="T37" fmla="*/ 281 h 602"/>
                <a:gd name="T38" fmla="*/ 482 w 904"/>
                <a:gd name="T39" fmla="*/ 286 h 602"/>
                <a:gd name="T40" fmla="*/ 421 w 904"/>
                <a:gd name="T41" fmla="*/ 572 h 602"/>
                <a:gd name="T42" fmla="*/ 421 w 904"/>
                <a:gd name="T43" fmla="*/ 193 h 602"/>
                <a:gd name="T44" fmla="*/ 419 w 904"/>
                <a:gd name="T45" fmla="*/ 187 h 602"/>
                <a:gd name="T46" fmla="*/ 415 w 904"/>
                <a:gd name="T47" fmla="*/ 183 h 602"/>
                <a:gd name="T48" fmla="*/ 409 w 904"/>
                <a:gd name="T49" fmla="*/ 181 h 602"/>
                <a:gd name="T50" fmla="*/ 286 w 904"/>
                <a:gd name="T51" fmla="*/ 181 h 602"/>
                <a:gd name="T52" fmla="*/ 281 w 904"/>
                <a:gd name="T53" fmla="*/ 182 h 602"/>
                <a:gd name="T54" fmla="*/ 275 w 904"/>
                <a:gd name="T55" fmla="*/ 185 h 602"/>
                <a:gd name="T56" fmla="*/ 272 w 904"/>
                <a:gd name="T57" fmla="*/ 190 h 602"/>
                <a:gd name="T58" fmla="*/ 271 w 904"/>
                <a:gd name="T59" fmla="*/ 196 h 602"/>
                <a:gd name="T60" fmla="*/ 211 w 904"/>
                <a:gd name="T61" fmla="*/ 572 h 602"/>
                <a:gd name="T62" fmla="*/ 211 w 904"/>
                <a:gd name="T63" fmla="*/ 404 h 602"/>
                <a:gd name="T64" fmla="*/ 209 w 904"/>
                <a:gd name="T65" fmla="*/ 399 h 602"/>
                <a:gd name="T66" fmla="*/ 205 w 904"/>
                <a:gd name="T67" fmla="*/ 394 h 602"/>
                <a:gd name="T68" fmla="*/ 199 w 904"/>
                <a:gd name="T69" fmla="*/ 392 h 602"/>
                <a:gd name="T70" fmla="*/ 76 w 904"/>
                <a:gd name="T71" fmla="*/ 391 h 602"/>
                <a:gd name="T72" fmla="*/ 69 w 904"/>
                <a:gd name="T73" fmla="*/ 392 h 602"/>
                <a:gd name="T74" fmla="*/ 65 w 904"/>
                <a:gd name="T75" fmla="*/ 396 h 602"/>
                <a:gd name="T76" fmla="*/ 62 w 904"/>
                <a:gd name="T77" fmla="*/ 401 h 602"/>
                <a:gd name="T78" fmla="*/ 61 w 904"/>
                <a:gd name="T79" fmla="*/ 406 h 602"/>
                <a:gd name="T80" fmla="*/ 15 w 904"/>
                <a:gd name="T81" fmla="*/ 572 h 602"/>
                <a:gd name="T82" fmla="*/ 9 w 904"/>
                <a:gd name="T83" fmla="*/ 573 h 602"/>
                <a:gd name="T84" fmla="*/ 5 w 904"/>
                <a:gd name="T85" fmla="*/ 577 h 602"/>
                <a:gd name="T86" fmla="*/ 2 w 904"/>
                <a:gd name="T87" fmla="*/ 581 h 602"/>
                <a:gd name="T88" fmla="*/ 0 w 904"/>
                <a:gd name="T89" fmla="*/ 587 h 602"/>
                <a:gd name="T90" fmla="*/ 2 w 904"/>
                <a:gd name="T91" fmla="*/ 593 h 602"/>
                <a:gd name="T92" fmla="*/ 5 w 904"/>
                <a:gd name="T93" fmla="*/ 598 h 602"/>
                <a:gd name="T94" fmla="*/ 9 w 904"/>
                <a:gd name="T95" fmla="*/ 601 h 602"/>
                <a:gd name="T96" fmla="*/ 15 w 904"/>
                <a:gd name="T97" fmla="*/ 602 h 602"/>
                <a:gd name="T98" fmla="*/ 196 w 904"/>
                <a:gd name="T99" fmla="*/ 602 h 602"/>
                <a:gd name="T100" fmla="*/ 406 w 904"/>
                <a:gd name="T101" fmla="*/ 602 h 602"/>
                <a:gd name="T102" fmla="*/ 617 w 904"/>
                <a:gd name="T103" fmla="*/ 602 h 602"/>
                <a:gd name="T104" fmla="*/ 828 w 904"/>
                <a:gd name="T105" fmla="*/ 602 h 602"/>
                <a:gd name="T106" fmla="*/ 891 w 904"/>
                <a:gd name="T107" fmla="*/ 602 h 602"/>
                <a:gd name="T108" fmla="*/ 896 w 904"/>
                <a:gd name="T109" fmla="*/ 600 h 602"/>
                <a:gd name="T110" fmla="*/ 901 w 904"/>
                <a:gd name="T111" fmla="*/ 596 h 602"/>
                <a:gd name="T112" fmla="*/ 903 w 904"/>
                <a:gd name="T113" fmla="*/ 591 h 602"/>
                <a:gd name="T114" fmla="*/ 903 w 904"/>
                <a:gd name="T115" fmla="*/ 584 h 602"/>
                <a:gd name="T116" fmla="*/ 901 w 904"/>
                <a:gd name="T117" fmla="*/ 579 h 602"/>
                <a:gd name="T118" fmla="*/ 896 w 904"/>
                <a:gd name="T119" fmla="*/ 575 h 602"/>
                <a:gd name="T120" fmla="*/ 891 w 904"/>
                <a:gd name="T121" fmla="*/ 572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 ang="0">
                  <a:pos x="T116" y="T117"/>
                </a:cxn>
                <a:cxn ang="0">
                  <a:pos x="T118" y="T119"/>
                </a:cxn>
                <a:cxn ang="0">
                  <a:pos x="T120" y="T121"/>
                </a:cxn>
              </a:cxnLst>
              <a:rect l="0" t="0" r="r" b="b"/>
              <a:pathLst>
                <a:path w="904" h="602">
                  <a:moveTo>
                    <a:pt x="889" y="572"/>
                  </a:moveTo>
                  <a:lnTo>
                    <a:pt x="843" y="572"/>
                  </a:lnTo>
                  <a:lnTo>
                    <a:pt x="843" y="16"/>
                  </a:lnTo>
                  <a:lnTo>
                    <a:pt x="843" y="12"/>
                  </a:lnTo>
                  <a:lnTo>
                    <a:pt x="842" y="9"/>
                  </a:lnTo>
                  <a:lnTo>
                    <a:pt x="841" y="7"/>
                  </a:lnTo>
                  <a:lnTo>
                    <a:pt x="838" y="5"/>
                  </a:lnTo>
                  <a:lnTo>
                    <a:pt x="836" y="3"/>
                  </a:lnTo>
                  <a:lnTo>
                    <a:pt x="834" y="2"/>
                  </a:lnTo>
                  <a:lnTo>
                    <a:pt x="831" y="1"/>
                  </a:lnTo>
                  <a:lnTo>
                    <a:pt x="828" y="1"/>
                  </a:lnTo>
                  <a:lnTo>
                    <a:pt x="708" y="0"/>
                  </a:lnTo>
                  <a:lnTo>
                    <a:pt x="704" y="1"/>
                  </a:lnTo>
                  <a:lnTo>
                    <a:pt x="702" y="2"/>
                  </a:lnTo>
                  <a:lnTo>
                    <a:pt x="699" y="3"/>
                  </a:lnTo>
                  <a:lnTo>
                    <a:pt x="697" y="5"/>
                  </a:lnTo>
                  <a:lnTo>
                    <a:pt x="695" y="7"/>
                  </a:lnTo>
                  <a:lnTo>
                    <a:pt x="694" y="9"/>
                  </a:lnTo>
                  <a:lnTo>
                    <a:pt x="693" y="12"/>
                  </a:lnTo>
                  <a:lnTo>
                    <a:pt x="693" y="16"/>
                  </a:lnTo>
                  <a:lnTo>
                    <a:pt x="693" y="572"/>
                  </a:lnTo>
                  <a:lnTo>
                    <a:pt x="632" y="572"/>
                  </a:lnTo>
                  <a:lnTo>
                    <a:pt x="632" y="286"/>
                  </a:lnTo>
                  <a:lnTo>
                    <a:pt x="632" y="283"/>
                  </a:lnTo>
                  <a:lnTo>
                    <a:pt x="631" y="281"/>
                  </a:lnTo>
                  <a:lnTo>
                    <a:pt x="630" y="277"/>
                  </a:lnTo>
                  <a:lnTo>
                    <a:pt x="628" y="275"/>
                  </a:lnTo>
                  <a:lnTo>
                    <a:pt x="626" y="274"/>
                  </a:lnTo>
                  <a:lnTo>
                    <a:pt x="623" y="272"/>
                  </a:lnTo>
                  <a:lnTo>
                    <a:pt x="621" y="271"/>
                  </a:lnTo>
                  <a:lnTo>
                    <a:pt x="617" y="271"/>
                  </a:lnTo>
                  <a:lnTo>
                    <a:pt x="497" y="271"/>
                  </a:lnTo>
                  <a:lnTo>
                    <a:pt x="494" y="271"/>
                  </a:lnTo>
                  <a:lnTo>
                    <a:pt x="491" y="272"/>
                  </a:lnTo>
                  <a:lnTo>
                    <a:pt x="489" y="274"/>
                  </a:lnTo>
                  <a:lnTo>
                    <a:pt x="487" y="275"/>
                  </a:lnTo>
                  <a:lnTo>
                    <a:pt x="484" y="277"/>
                  </a:lnTo>
                  <a:lnTo>
                    <a:pt x="483" y="281"/>
                  </a:lnTo>
                  <a:lnTo>
                    <a:pt x="482" y="283"/>
                  </a:lnTo>
                  <a:lnTo>
                    <a:pt x="482" y="286"/>
                  </a:lnTo>
                  <a:lnTo>
                    <a:pt x="482" y="572"/>
                  </a:lnTo>
                  <a:lnTo>
                    <a:pt x="421" y="572"/>
                  </a:lnTo>
                  <a:lnTo>
                    <a:pt x="421" y="196"/>
                  </a:lnTo>
                  <a:lnTo>
                    <a:pt x="421" y="193"/>
                  </a:lnTo>
                  <a:lnTo>
                    <a:pt x="420" y="190"/>
                  </a:lnTo>
                  <a:lnTo>
                    <a:pt x="419" y="187"/>
                  </a:lnTo>
                  <a:lnTo>
                    <a:pt x="417" y="185"/>
                  </a:lnTo>
                  <a:lnTo>
                    <a:pt x="415" y="183"/>
                  </a:lnTo>
                  <a:lnTo>
                    <a:pt x="413" y="182"/>
                  </a:lnTo>
                  <a:lnTo>
                    <a:pt x="409" y="181"/>
                  </a:lnTo>
                  <a:lnTo>
                    <a:pt x="406" y="181"/>
                  </a:lnTo>
                  <a:lnTo>
                    <a:pt x="286" y="181"/>
                  </a:lnTo>
                  <a:lnTo>
                    <a:pt x="283" y="181"/>
                  </a:lnTo>
                  <a:lnTo>
                    <a:pt x="281" y="182"/>
                  </a:lnTo>
                  <a:lnTo>
                    <a:pt x="277" y="183"/>
                  </a:lnTo>
                  <a:lnTo>
                    <a:pt x="275" y="185"/>
                  </a:lnTo>
                  <a:lnTo>
                    <a:pt x="273" y="187"/>
                  </a:lnTo>
                  <a:lnTo>
                    <a:pt x="272" y="190"/>
                  </a:lnTo>
                  <a:lnTo>
                    <a:pt x="271" y="193"/>
                  </a:lnTo>
                  <a:lnTo>
                    <a:pt x="271" y="196"/>
                  </a:lnTo>
                  <a:lnTo>
                    <a:pt x="271" y="572"/>
                  </a:lnTo>
                  <a:lnTo>
                    <a:pt x="211" y="572"/>
                  </a:lnTo>
                  <a:lnTo>
                    <a:pt x="211" y="406"/>
                  </a:lnTo>
                  <a:lnTo>
                    <a:pt x="211" y="404"/>
                  </a:lnTo>
                  <a:lnTo>
                    <a:pt x="210" y="401"/>
                  </a:lnTo>
                  <a:lnTo>
                    <a:pt x="209" y="399"/>
                  </a:lnTo>
                  <a:lnTo>
                    <a:pt x="207" y="396"/>
                  </a:lnTo>
                  <a:lnTo>
                    <a:pt x="205" y="394"/>
                  </a:lnTo>
                  <a:lnTo>
                    <a:pt x="201" y="393"/>
                  </a:lnTo>
                  <a:lnTo>
                    <a:pt x="199" y="392"/>
                  </a:lnTo>
                  <a:lnTo>
                    <a:pt x="196" y="391"/>
                  </a:lnTo>
                  <a:lnTo>
                    <a:pt x="76" y="391"/>
                  </a:lnTo>
                  <a:lnTo>
                    <a:pt x="73" y="392"/>
                  </a:lnTo>
                  <a:lnTo>
                    <a:pt x="69" y="392"/>
                  </a:lnTo>
                  <a:lnTo>
                    <a:pt x="67" y="394"/>
                  </a:lnTo>
                  <a:lnTo>
                    <a:pt x="65" y="396"/>
                  </a:lnTo>
                  <a:lnTo>
                    <a:pt x="63" y="399"/>
                  </a:lnTo>
                  <a:lnTo>
                    <a:pt x="62" y="401"/>
                  </a:lnTo>
                  <a:lnTo>
                    <a:pt x="61" y="404"/>
                  </a:lnTo>
                  <a:lnTo>
                    <a:pt x="61" y="406"/>
                  </a:lnTo>
                  <a:lnTo>
                    <a:pt x="61" y="572"/>
                  </a:lnTo>
                  <a:lnTo>
                    <a:pt x="15" y="572"/>
                  </a:lnTo>
                  <a:lnTo>
                    <a:pt x="13" y="572"/>
                  </a:lnTo>
                  <a:lnTo>
                    <a:pt x="9" y="573"/>
                  </a:lnTo>
                  <a:lnTo>
                    <a:pt x="7" y="575"/>
                  </a:lnTo>
                  <a:lnTo>
                    <a:pt x="5" y="577"/>
                  </a:lnTo>
                  <a:lnTo>
                    <a:pt x="3" y="579"/>
                  </a:lnTo>
                  <a:lnTo>
                    <a:pt x="2" y="581"/>
                  </a:lnTo>
                  <a:lnTo>
                    <a:pt x="1" y="584"/>
                  </a:lnTo>
                  <a:lnTo>
                    <a:pt x="0" y="587"/>
                  </a:lnTo>
                  <a:lnTo>
                    <a:pt x="1" y="591"/>
                  </a:lnTo>
                  <a:lnTo>
                    <a:pt x="2" y="593"/>
                  </a:lnTo>
                  <a:lnTo>
                    <a:pt x="3" y="596"/>
                  </a:lnTo>
                  <a:lnTo>
                    <a:pt x="5" y="598"/>
                  </a:lnTo>
                  <a:lnTo>
                    <a:pt x="7" y="600"/>
                  </a:lnTo>
                  <a:lnTo>
                    <a:pt x="9" y="601"/>
                  </a:lnTo>
                  <a:lnTo>
                    <a:pt x="13" y="602"/>
                  </a:lnTo>
                  <a:lnTo>
                    <a:pt x="15" y="602"/>
                  </a:lnTo>
                  <a:lnTo>
                    <a:pt x="76" y="602"/>
                  </a:lnTo>
                  <a:lnTo>
                    <a:pt x="196" y="602"/>
                  </a:lnTo>
                  <a:lnTo>
                    <a:pt x="286" y="602"/>
                  </a:lnTo>
                  <a:lnTo>
                    <a:pt x="406" y="602"/>
                  </a:lnTo>
                  <a:lnTo>
                    <a:pt x="497" y="602"/>
                  </a:lnTo>
                  <a:lnTo>
                    <a:pt x="617" y="602"/>
                  </a:lnTo>
                  <a:lnTo>
                    <a:pt x="708" y="602"/>
                  </a:lnTo>
                  <a:lnTo>
                    <a:pt x="828" y="602"/>
                  </a:lnTo>
                  <a:lnTo>
                    <a:pt x="889" y="602"/>
                  </a:lnTo>
                  <a:lnTo>
                    <a:pt x="891" y="602"/>
                  </a:lnTo>
                  <a:lnTo>
                    <a:pt x="894" y="601"/>
                  </a:lnTo>
                  <a:lnTo>
                    <a:pt x="896" y="600"/>
                  </a:lnTo>
                  <a:lnTo>
                    <a:pt x="898" y="598"/>
                  </a:lnTo>
                  <a:lnTo>
                    <a:pt x="901" y="596"/>
                  </a:lnTo>
                  <a:lnTo>
                    <a:pt x="902" y="593"/>
                  </a:lnTo>
                  <a:lnTo>
                    <a:pt x="903" y="591"/>
                  </a:lnTo>
                  <a:lnTo>
                    <a:pt x="904" y="587"/>
                  </a:lnTo>
                  <a:lnTo>
                    <a:pt x="903" y="584"/>
                  </a:lnTo>
                  <a:lnTo>
                    <a:pt x="902" y="581"/>
                  </a:lnTo>
                  <a:lnTo>
                    <a:pt x="901" y="579"/>
                  </a:lnTo>
                  <a:lnTo>
                    <a:pt x="898" y="577"/>
                  </a:lnTo>
                  <a:lnTo>
                    <a:pt x="896" y="575"/>
                  </a:lnTo>
                  <a:lnTo>
                    <a:pt x="894" y="573"/>
                  </a:lnTo>
                  <a:lnTo>
                    <a:pt x="891" y="572"/>
                  </a:lnTo>
                  <a:lnTo>
                    <a:pt x="889" y="57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sp>
          <p:nvSpPr>
            <p:cNvPr id="33" name="Forme libre 373">
              <a:extLst>
                <a:ext uri="{FF2B5EF4-FFF2-40B4-BE49-F238E27FC236}">
                  <a16:creationId xmlns:a16="http://schemas.microsoft.com/office/drawing/2014/main" id="{6AA1356D-8F1B-4281-BEC5-5B4EBF7467B1}"/>
                </a:ext>
              </a:extLst>
            </p:cNvPr>
            <p:cNvSpPr>
              <a:spLocks/>
            </p:cNvSpPr>
            <p:nvPr/>
          </p:nvSpPr>
          <p:spPr bwMode="auto">
            <a:xfrm>
              <a:off x="4338638" y="2492375"/>
              <a:ext cx="252413" cy="157163"/>
            </a:xfrm>
            <a:custGeom>
              <a:avLst/>
              <a:gdLst>
                <a:gd name="T0" fmla="*/ 77 w 797"/>
                <a:gd name="T1" fmla="*/ 494 h 497"/>
                <a:gd name="T2" fmla="*/ 97 w 797"/>
                <a:gd name="T3" fmla="*/ 483 h 497"/>
                <a:gd name="T4" fmla="*/ 112 w 797"/>
                <a:gd name="T5" fmla="*/ 466 h 497"/>
                <a:gd name="T6" fmla="*/ 120 w 797"/>
                <a:gd name="T7" fmla="*/ 443 h 497"/>
                <a:gd name="T8" fmla="*/ 116 w 797"/>
                <a:gd name="T9" fmla="*/ 416 h 497"/>
                <a:gd name="T10" fmla="*/ 267 w 797"/>
                <a:gd name="T11" fmla="*/ 298 h 497"/>
                <a:gd name="T12" fmla="*/ 300 w 797"/>
                <a:gd name="T13" fmla="*/ 299 h 497"/>
                <a:gd name="T14" fmla="*/ 325 w 797"/>
                <a:gd name="T15" fmla="*/ 287 h 497"/>
                <a:gd name="T16" fmla="*/ 451 w 797"/>
                <a:gd name="T17" fmla="*/ 327 h 497"/>
                <a:gd name="T18" fmla="*/ 454 w 797"/>
                <a:gd name="T19" fmla="*/ 349 h 497"/>
                <a:gd name="T20" fmla="*/ 464 w 797"/>
                <a:gd name="T21" fmla="*/ 369 h 497"/>
                <a:gd name="T22" fmla="*/ 482 w 797"/>
                <a:gd name="T23" fmla="*/ 384 h 497"/>
                <a:gd name="T24" fmla="*/ 505 w 797"/>
                <a:gd name="T25" fmla="*/ 391 h 497"/>
                <a:gd name="T26" fmla="*/ 529 w 797"/>
                <a:gd name="T27" fmla="*/ 389 h 497"/>
                <a:gd name="T28" fmla="*/ 550 w 797"/>
                <a:gd name="T29" fmla="*/ 378 h 497"/>
                <a:gd name="T30" fmla="*/ 564 w 797"/>
                <a:gd name="T31" fmla="*/ 360 h 497"/>
                <a:gd name="T32" fmla="*/ 571 w 797"/>
                <a:gd name="T33" fmla="*/ 337 h 497"/>
                <a:gd name="T34" fmla="*/ 565 w 797"/>
                <a:gd name="T35" fmla="*/ 304 h 497"/>
                <a:gd name="T36" fmla="*/ 724 w 797"/>
                <a:gd name="T37" fmla="*/ 119 h 497"/>
                <a:gd name="T38" fmla="*/ 750 w 797"/>
                <a:gd name="T39" fmla="*/ 119 h 497"/>
                <a:gd name="T40" fmla="*/ 771 w 797"/>
                <a:gd name="T41" fmla="*/ 110 h 497"/>
                <a:gd name="T42" fmla="*/ 787 w 797"/>
                <a:gd name="T43" fmla="*/ 94 h 497"/>
                <a:gd name="T44" fmla="*/ 796 w 797"/>
                <a:gd name="T45" fmla="*/ 72 h 497"/>
                <a:gd name="T46" fmla="*/ 796 w 797"/>
                <a:gd name="T47" fmla="*/ 48 h 497"/>
                <a:gd name="T48" fmla="*/ 787 w 797"/>
                <a:gd name="T49" fmla="*/ 27 h 497"/>
                <a:gd name="T50" fmla="*/ 771 w 797"/>
                <a:gd name="T51" fmla="*/ 10 h 497"/>
                <a:gd name="T52" fmla="*/ 750 w 797"/>
                <a:gd name="T53" fmla="*/ 1 h 497"/>
                <a:gd name="T54" fmla="*/ 725 w 797"/>
                <a:gd name="T55" fmla="*/ 1 h 497"/>
                <a:gd name="T56" fmla="*/ 703 w 797"/>
                <a:gd name="T57" fmla="*/ 10 h 497"/>
                <a:gd name="T58" fmla="*/ 687 w 797"/>
                <a:gd name="T59" fmla="*/ 27 h 497"/>
                <a:gd name="T60" fmla="*/ 678 w 797"/>
                <a:gd name="T61" fmla="*/ 48 h 497"/>
                <a:gd name="T62" fmla="*/ 680 w 797"/>
                <a:gd name="T63" fmla="*/ 79 h 497"/>
                <a:gd name="T64" fmla="*/ 531 w 797"/>
                <a:gd name="T65" fmla="*/ 275 h 497"/>
                <a:gd name="T66" fmla="*/ 504 w 797"/>
                <a:gd name="T67" fmla="*/ 272 h 497"/>
                <a:gd name="T68" fmla="*/ 478 w 797"/>
                <a:gd name="T69" fmla="*/ 281 h 497"/>
                <a:gd name="T70" fmla="*/ 345 w 797"/>
                <a:gd name="T71" fmla="*/ 248 h 497"/>
                <a:gd name="T72" fmla="*/ 344 w 797"/>
                <a:gd name="T73" fmla="*/ 229 h 497"/>
                <a:gd name="T74" fmla="*/ 336 w 797"/>
                <a:gd name="T75" fmla="*/ 207 h 497"/>
                <a:gd name="T76" fmla="*/ 319 w 797"/>
                <a:gd name="T77" fmla="*/ 191 h 497"/>
                <a:gd name="T78" fmla="*/ 298 w 797"/>
                <a:gd name="T79" fmla="*/ 181 h 497"/>
                <a:gd name="T80" fmla="*/ 273 w 797"/>
                <a:gd name="T81" fmla="*/ 181 h 497"/>
                <a:gd name="T82" fmla="*/ 252 w 797"/>
                <a:gd name="T83" fmla="*/ 191 h 497"/>
                <a:gd name="T84" fmla="*/ 236 w 797"/>
                <a:gd name="T85" fmla="*/ 207 h 497"/>
                <a:gd name="T86" fmla="*/ 226 w 797"/>
                <a:gd name="T87" fmla="*/ 229 h 497"/>
                <a:gd name="T88" fmla="*/ 227 w 797"/>
                <a:gd name="T89" fmla="*/ 254 h 497"/>
                <a:gd name="T90" fmla="*/ 86 w 797"/>
                <a:gd name="T91" fmla="*/ 382 h 497"/>
                <a:gd name="T92" fmla="*/ 53 w 797"/>
                <a:gd name="T93" fmla="*/ 377 h 497"/>
                <a:gd name="T94" fmla="*/ 31 w 797"/>
                <a:gd name="T95" fmla="*/ 383 h 497"/>
                <a:gd name="T96" fmla="*/ 13 w 797"/>
                <a:gd name="T97" fmla="*/ 398 h 497"/>
                <a:gd name="T98" fmla="*/ 2 w 797"/>
                <a:gd name="T99" fmla="*/ 419 h 497"/>
                <a:gd name="T100" fmla="*/ 0 w 797"/>
                <a:gd name="T101" fmla="*/ 443 h 497"/>
                <a:gd name="T102" fmla="*/ 6 w 797"/>
                <a:gd name="T103" fmla="*/ 466 h 497"/>
                <a:gd name="T104" fmla="*/ 21 w 797"/>
                <a:gd name="T105" fmla="*/ 483 h 497"/>
                <a:gd name="T106" fmla="*/ 42 w 797"/>
                <a:gd name="T107" fmla="*/ 494 h 4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97" h="497">
                  <a:moveTo>
                    <a:pt x="60" y="497"/>
                  </a:moveTo>
                  <a:lnTo>
                    <a:pt x="65" y="497"/>
                  </a:lnTo>
                  <a:lnTo>
                    <a:pt x="72" y="496"/>
                  </a:lnTo>
                  <a:lnTo>
                    <a:pt x="77" y="494"/>
                  </a:lnTo>
                  <a:lnTo>
                    <a:pt x="83" y="493"/>
                  </a:lnTo>
                  <a:lnTo>
                    <a:pt x="89" y="489"/>
                  </a:lnTo>
                  <a:lnTo>
                    <a:pt x="93" y="486"/>
                  </a:lnTo>
                  <a:lnTo>
                    <a:pt x="97" y="483"/>
                  </a:lnTo>
                  <a:lnTo>
                    <a:pt x="102" y="480"/>
                  </a:lnTo>
                  <a:lnTo>
                    <a:pt x="106" y="475"/>
                  </a:lnTo>
                  <a:lnTo>
                    <a:pt x="109" y="470"/>
                  </a:lnTo>
                  <a:lnTo>
                    <a:pt x="112" y="466"/>
                  </a:lnTo>
                  <a:lnTo>
                    <a:pt x="115" y="460"/>
                  </a:lnTo>
                  <a:lnTo>
                    <a:pt x="117" y="455"/>
                  </a:lnTo>
                  <a:lnTo>
                    <a:pt x="119" y="449"/>
                  </a:lnTo>
                  <a:lnTo>
                    <a:pt x="120" y="443"/>
                  </a:lnTo>
                  <a:lnTo>
                    <a:pt x="120" y="437"/>
                  </a:lnTo>
                  <a:lnTo>
                    <a:pt x="119" y="429"/>
                  </a:lnTo>
                  <a:lnTo>
                    <a:pt x="118" y="423"/>
                  </a:lnTo>
                  <a:lnTo>
                    <a:pt x="116" y="416"/>
                  </a:lnTo>
                  <a:lnTo>
                    <a:pt x="114" y="410"/>
                  </a:lnTo>
                  <a:lnTo>
                    <a:pt x="251" y="290"/>
                  </a:lnTo>
                  <a:lnTo>
                    <a:pt x="259" y="295"/>
                  </a:lnTo>
                  <a:lnTo>
                    <a:pt x="267" y="298"/>
                  </a:lnTo>
                  <a:lnTo>
                    <a:pt x="277" y="301"/>
                  </a:lnTo>
                  <a:lnTo>
                    <a:pt x="285" y="302"/>
                  </a:lnTo>
                  <a:lnTo>
                    <a:pt x="293" y="301"/>
                  </a:lnTo>
                  <a:lnTo>
                    <a:pt x="300" y="299"/>
                  </a:lnTo>
                  <a:lnTo>
                    <a:pt x="307" y="297"/>
                  </a:lnTo>
                  <a:lnTo>
                    <a:pt x="313" y="294"/>
                  </a:lnTo>
                  <a:lnTo>
                    <a:pt x="318" y="291"/>
                  </a:lnTo>
                  <a:lnTo>
                    <a:pt x="325" y="287"/>
                  </a:lnTo>
                  <a:lnTo>
                    <a:pt x="329" y="282"/>
                  </a:lnTo>
                  <a:lnTo>
                    <a:pt x="333" y="277"/>
                  </a:lnTo>
                  <a:lnTo>
                    <a:pt x="451" y="324"/>
                  </a:lnTo>
                  <a:lnTo>
                    <a:pt x="451" y="327"/>
                  </a:lnTo>
                  <a:lnTo>
                    <a:pt x="451" y="332"/>
                  </a:lnTo>
                  <a:lnTo>
                    <a:pt x="451" y="337"/>
                  </a:lnTo>
                  <a:lnTo>
                    <a:pt x="452" y="343"/>
                  </a:lnTo>
                  <a:lnTo>
                    <a:pt x="454" y="349"/>
                  </a:lnTo>
                  <a:lnTo>
                    <a:pt x="456" y="354"/>
                  </a:lnTo>
                  <a:lnTo>
                    <a:pt x="458" y="360"/>
                  </a:lnTo>
                  <a:lnTo>
                    <a:pt x="461" y="365"/>
                  </a:lnTo>
                  <a:lnTo>
                    <a:pt x="464" y="369"/>
                  </a:lnTo>
                  <a:lnTo>
                    <a:pt x="469" y="374"/>
                  </a:lnTo>
                  <a:lnTo>
                    <a:pt x="473" y="378"/>
                  </a:lnTo>
                  <a:lnTo>
                    <a:pt x="477" y="381"/>
                  </a:lnTo>
                  <a:lnTo>
                    <a:pt x="482" y="384"/>
                  </a:lnTo>
                  <a:lnTo>
                    <a:pt x="488" y="386"/>
                  </a:lnTo>
                  <a:lnTo>
                    <a:pt x="493" y="389"/>
                  </a:lnTo>
                  <a:lnTo>
                    <a:pt x="499" y="391"/>
                  </a:lnTo>
                  <a:lnTo>
                    <a:pt x="505" y="391"/>
                  </a:lnTo>
                  <a:lnTo>
                    <a:pt x="511" y="392"/>
                  </a:lnTo>
                  <a:lnTo>
                    <a:pt x="518" y="391"/>
                  </a:lnTo>
                  <a:lnTo>
                    <a:pt x="523" y="391"/>
                  </a:lnTo>
                  <a:lnTo>
                    <a:pt x="529" y="389"/>
                  </a:lnTo>
                  <a:lnTo>
                    <a:pt x="535" y="386"/>
                  </a:lnTo>
                  <a:lnTo>
                    <a:pt x="540" y="384"/>
                  </a:lnTo>
                  <a:lnTo>
                    <a:pt x="545" y="381"/>
                  </a:lnTo>
                  <a:lnTo>
                    <a:pt x="550" y="378"/>
                  </a:lnTo>
                  <a:lnTo>
                    <a:pt x="553" y="374"/>
                  </a:lnTo>
                  <a:lnTo>
                    <a:pt x="558" y="369"/>
                  </a:lnTo>
                  <a:lnTo>
                    <a:pt x="561" y="365"/>
                  </a:lnTo>
                  <a:lnTo>
                    <a:pt x="564" y="360"/>
                  </a:lnTo>
                  <a:lnTo>
                    <a:pt x="567" y="354"/>
                  </a:lnTo>
                  <a:lnTo>
                    <a:pt x="568" y="349"/>
                  </a:lnTo>
                  <a:lnTo>
                    <a:pt x="570" y="343"/>
                  </a:lnTo>
                  <a:lnTo>
                    <a:pt x="571" y="337"/>
                  </a:lnTo>
                  <a:lnTo>
                    <a:pt x="571" y="332"/>
                  </a:lnTo>
                  <a:lnTo>
                    <a:pt x="570" y="322"/>
                  </a:lnTo>
                  <a:lnTo>
                    <a:pt x="568" y="312"/>
                  </a:lnTo>
                  <a:lnTo>
                    <a:pt x="565" y="304"/>
                  </a:lnTo>
                  <a:lnTo>
                    <a:pt x="560" y="296"/>
                  </a:lnTo>
                  <a:lnTo>
                    <a:pt x="711" y="114"/>
                  </a:lnTo>
                  <a:lnTo>
                    <a:pt x="717" y="117"/>
                  </a:lnTo>
                  <a:lnTo>
                    <a:pt x="724" y="119"/>
                  </a:lnTo>
                  <a:lnTo>
                    <a:pt x="730" y="120"/>
                  </a:lnTo>
                  <a:lnTo>
                    <a:pt x="737" y="120"/>
                  </a:lnTo>
                  <a:lnTo>
                    <a:pt x="743" y="120"/>
                  </a:lnTo>
                  <a:lnTo>
                    <a:pt x="750" y="119"/>
                  </a:lnTo>
                  <a:lnTo>
                    <a:pt x="755" y="118"/>
                  </a:lnTo>
                  <a:lnTo>
                    <a:pt x="760" y="116"/>
                  </a:lnTo>
                  <a:lnTo>
                    <a:pt x="766" y="113"/>
                  </a:lnTo>
                  <a:lnTo>
                    <a:pt x="771" y="110"/>
                  </a:lnTo>
                  <a:lnTo>
                    <a:pt x="775" y="106"/>
                  </a:lnTo>
                  <a:lnTo>
                    <a:pt x="780" y="103"/>
                  </a:lnTo>
                  <a:lnTo>
                    <a:pt x="784" y="99"/>
                  </a:lnTo>
                  <a:lnTo>
                    <a:pt x="787" y="94"/>
                  </a:lnTo>
                  <a:lnTo>
                    <a:pt x="790" y="89"/>
                  </a:lnTo>
                  <a:lnTo>
                    <a:pt x="792" y="84"/>
                  </a:lnTo>
                  <a:lnTo>
                    <a:pt x="795" y="79"/>
                  </a:lnTo>
                  <a:lnTo>
                    <a:pt x="796" y="72"/>
                  </a:lnTo>
                  <a:lnTo>
                    <a:pt x="797" y="67"/>
                  </a:lnTo>
                  <a:lnTo>
                    <a:pt x="797" y="60"/>
                  </a:lnTo>
                  <a:lnTo>
                    <a:pt x="797" y="54"/>
                  </a:lnTo>
                  <a:lnTo>
                    <a:pt x="796" y="48"/>
                  </a:lnTo>
                  <a:lnTo>
                    <a:pt x="795" y="42"/>
                  </a:lnTo>
                  <a:lnTo>
                    <a:pt x="792" y="37"/>
                  </a:lnTo>
                  <a:lnTo>
                    <a:pt x="790" y="31"/>
                  </a:lnTo>
                  <a:lnTo>
                    <a:pt x="787" y="27"/>
                  </a:lnTo>
                  <a:lnTo>
                    <a:pt x="784" y="22"/>
                  </a:lnTo>
                  <a:lnTo>
                    <a:pt x="780" y="17"/>
                  </a:lnTo>
                  <a:lnTo>
                    <a:pt x="775" y="14"/>
                  </a:lnTo>
                  <a:lnTo>
                    <a:pt x="771" y="10"/>
                  </a:lnTo>
                  <a:lnTo>
                    <a:pt x="766" y="8"/>
                  </a:lnTo>
                  <a:lnTo>
                    <a:pt x="760" y="5"/>
                  </a:lnTo>
                  <a:lnTo>
                    <a:pt x="755" y="2"/>
                  </a:lnTo>
                  <a:lnTo>
                    <a:pt x="750" y="1"/>
                  </a:lnTo>
                  <a:lnTo>
                    <a:pt x="743" y="0"/>
                  </a:lnTo>
                  <a:lnTo>
                    <a:pt x="737" y="0"/>
                  </a:lnTo>
                  <a:lnTo>
                    <a:pt x="731" y="0"/>
                  </a:lnTo>
                  <a:lnTo>
                    <a:pt x="725" y="1"/>
                  </a:lnTo>
                  <a:lnTo>
                    <a:pt x="719" y="2"/>
                  </a:lnTo>
                  <a:lnTo>
                    <a:pt x="713" y="5"/>
                  </a:lnTo>
                  <a:lnTo>
                    <a:pt x="709" y="8"/>
                  </a:lnTo>
                  <a:lnTo>
                    <a:pt x="703" y="10"/>
                  </a:lnTo>
                  <a:lnTo>
                    <a:pt x="699" y="14"/>
                  </a:lnTo>
                  <a:lnTo>
                    <a:pt x="695" y="17"/>
                  </a:lnTo>
                  <a:lnTo>
                    <a:pt x="691" y="22"/>
                  </a:lnTo>
                  <a:lnTo>
                    <a:pt x="687" y="27"/>
                  </a:lnTo>
                  <a:lnTo>
                    <a:pt x="684" y="31"/>
                  </a:lnTo>
                  <a:lnTo>
                    <a:pt x="682" y="37"/>
                  </a:lnTo>
                  <a:lnTo>
                    <a:pt x="680" y="42"/>
                  </a:lnTo>
                  <a:lnTo>
                    <a:pt x="678" y="48"/>
                  </a:lnTo>
                  <a:lnTo>
                    <a:pt x="677" y="54"/>
                  </a:lnTo>
                  <a:lnTo>
                    <a:pt x="677" y="60"/>
                  </a:lnTo>
                  <a:lnTo>
                    <a:pt x="678" y="70"/>
                  </a:lnTo>
                  <a:lnTo>
                    <a:pt x="680" y="79"/>
                  </a:lnTo>
                  <a:lnTo>
                    <a:pt x="683" y="87"/>
                  </a:lnTo>
                  <a:lnTo>
                    <a:pt x="688" y="96"/>
                  </a:lnTo>
                  <a:lnTo>
                    <a:pt x="537" y="277"/>
                  </a:lnTo>
                  <a:lnTo>
                    <a:pt x="531" y="275"/>
                  </a:lnTo>
                  <a:lnTo>
                    <a:pt x="524" y="273"/>
                  </a:lnTo>
                  <a:lnTo>
                    <a:pt x="518" y="272"/>
                  </a:lnTo>
                  <a:lnTo>
                    <a:pt x="511" y="271"/>
                  </a:lnTo>
                  <a:lnTo>
                    <a:pt x="504" y="272"/>
                  </a:lnTo>
                  <a:lnTo>
                    <a:pt x="496" y="273"/>
                  </a:lnTo>
                  <a:lnTo>
                    <a:pt x="490" y="275"/>
                  </a:lnTo>
                  <a:lnTo>
                    <a:pt x="484" y="278"/>
                  </a:lnTo>
                  <a:lnTo>
                    <a:pt x="478" y="281"/>
                  </a:lnTo>
                  <a:lnTo>
                    <a:pt x="472" y="286"/>
                  </a:lnTo>
                  <a:lnTo>
                    <a:pt x="467" y="291"/>
                  </a:lnTo>
                  <a:lnTo>
                    <a:pt x="463" y="295"/>
                  </a:lnTo>
                  <a:lnTo>
                    <a:pt x="345" y="248"/>
                  </a:lnTo>
                  <a:lnTo>
                    <a:pt x="345" y="245"/>
                  </a:lnTo>
                  <a:lnTo>
                    <a:pt x="345" y="240"/>
                  </a:lnTo>
                  <a:lnTo>
                    <a:pt x="345" y="235"/>
                  </a:lnTo>
                  <a:lnTo>
                    <a:pt x="344" y="229"/>
                  </a:lnTo>
                  <a:lnTo>
                    <a:pt x="343" y="223"/>
                  </a:lnTo>
                  <a:lnTo>
                    <a:pt x="341" y="218"/>
                  </a:lnTo>
                  <a:lnTo>
                    <a:pt x="339" y="213"/>
                  </a:lnTo>
                  <a:lnTo>
                    <a:pt x="336" y="207"/>
                  </a:lnTo>
                  <a:lnTo>
                    <a:pt x="332" y="203"/>
                  </a:lnTo>
                  <a:lnTo>
                    <a:pt x="328" y="199"/>
                  </a:lnTo>
                  <a:lnTo>
                    <a:pt x="324" y="194"/>
                  </a:lnTo>
                  <a:lnTo>
                    <a:pt x="319" y="191"/>
                  </a:lnTo>
                  <a:lnTo>
                    <a:pt x="314" y="188"/>
                  </a:lnTo>
                  <a:lnTo>
                    <a:pt x="309" y="186"/>
                  </a:lnTo>
                  <a:lnTo>
                    <a:pt x="303" y="184"/>
                  </a:lnTo>
                  <a:lnTo>
                    <a:pt x="298" y="181"/>
                  </a:lnTo>
                  <a:lnTo>
                    <a:pt x="292" y="181"/>
                  </a:lnTo>
                  <a:lnTo>
                    <a:pt x="285" y="180"/>
                  </a:lnTo>
                  <a:lnTo>
                    <a:pt x="280" y="181"/>
                  </a:lnTo>
                  <a:lnTo>
                    <a:pt x="273" y="181"/>
                  </a:lnTo>
                  <a:lnTo>
                    <a:pt x="268" y="184"/>
                  </a:lnTo>
                  <a:lnTo>
                    <a:pt x="262" y="186"/>
                  </a:lnTo>
                  <a:lnTo>
                    <a:pt x="257" y="188"/>
                  </a:lnTo>
                  <a:lnTo>
                    <a:pt x="252" y="191"/>
                  </a:lnTo>
                  <a:lnTo>
                    <a:pt x="248" y="194"/>
                  </a:lnTo>
                  <a:lnTo>
                    <a:pt x="243" y="199"/>
                  </a:lnTo>
                  <a:lnTo>
                    <a:pt x="239" y="203"/>
                  </a:lnTo>
                  <a:lnTo>
                    <a:pt x="236" y="207"/>
                  </a:lnTo>
                  <a:lnTo>
                    <a:pt x="233" y="213"/>
                  </a:lnTo>
                  <a:lnTo>
                    <a:pt x="230" y="218"/>
                  </a:lnTo>
                  <a:lnTo>
                    <a:pt x="228" y="223"/>
                  </a:lnTo>
                  <a:lnTo>
                    <a:pt x="226" y="229"/>
                  </a:lnTo>
                  <a:lnTo>
                    <a:pt x="225" y="235"/>
                  </a:lnTo>
                  <a:lnTo>
                    <a:pt x="225" y="240"/>
                  </a:lnTo>
                  <a:lnTo>
                    <a:pt x="226" y="248"/>
                  </a:lnTo>
                  <a:lnTo>
                    <a:pt x="227" y="254"/>
                  </a:lnTo>
                  <a:lnTo>
                    <a:pt x="229" y="261"/>
                  </a:lnTo>
                  <a:lnTo>
                    <a:pt x="231" y="267"/>
                  </a:lnTo>
                  <a:lnTo>
                    <a:pt x="94" y="387"/>
                  </a:lnTo>
                  <a:lnTo>
                    <a:pt x="86" y="382"/>
                  </a:lnTo>
                  <a:lnTo>
                    <a:pt x="78" y="379"/>
                  </a:lnTo>
                  <a:lnTo>
                    <a:pt x="68" y="377"/>
                  </a:lnTo>
                  <a:lnTo>
                    <a:pt x="60" y="377"/>
                  </a:lnTo>
                  <a:lnTo>
                    <a:pt x="53" y="377"/>
                  </a:lnTo>
                  <a:lnTo>
                    <a:pt x="47" y="378"/>
                  </a:lnTo>
                  <a:lnTo>
                    <a:pt x="42" y="379"/>
                  </a:lnTo>
                  <a:lnTo>
                    <a:pt x="36" y="381"/>
                  </a:lnTo>
                  <a:lnTo>
                    <a:pt x="31" y="383"/>
                  </a:lnTo>
                  <a:lnTo>
                    <a:pt x="26" y="386"/>
                  </a:lnTo>
                  <a:lnTo>
                    <a:pt x="21" y="391"/>
                  </a:lnTo>
                  <a:lnTo>
                    <a:pt x="17" y="394"/>
                  </a:lnTo>
                  <a:lnTo>
                    <a:pt x="13" y="398"/>
                  </a:lnTo>
                  <a:lnTo>
                    <a:pt x="9" y="402"/>
                  </a:lnTo>
                  <a:lnTo>
                    <a:pt x="6" y="408"/>
                  </a:lnTo>
                  <a:lnTo>
                    <a:pt x="4" y="413"/>
                  </a:lnTo>
                  <a:lnTo>
                    <a:pt x="2" y="419"/>
                  </a:lnTo>
                  <a:lnTo>
                    <a:pt x="1" y="425"/>
                  </a:lnTo>
                  <a:lnTo>
                    <a:pt x="0" y="430"/>
                  </a:lnTo>
                  <a:lnTo>
                    <a:pt x="0" y="437"/>
                  </a:lnTo>
                  <a:lnTo>
                    <a:pt x="0" y="443"/>
                  </a:lnTo>
                  <a:lnTo>
                    <a:pt x="1" y="449"/>
                  </a:lnTo>
                  <a:lnTo>
                    <a:pt x="2" y="455"/>
                  </a:lnTo>
                  <a:lnTo>
                    <a:pt x="4" y="460"/>
                  </a:lnTo>
                  <a:lnTo>
                    <a:pt x="6" y="466"/>
                  </a:lnTo>
                  <a:lnTo>
                    <a:pt x="9" y="470"/>
                  </a:lnTo>
                  <a:lnTo>
                    <a:pt x="13" y="475"/>
                  </a:lnTo>
                  <a:lnTo>
                    <a:pt x="17" y="480"/>
                  </a:lnTo>
                  <a:lnTo>
                    <a:pt x="21" y="483"/>
                  </a:lnTo>
                  <a:lnTo>
                    <a:pt x="26" y="486"/>
                  </a:lnTo>
                  <a:lnTo>
                    <a:pt x="31" y="489"/>
                  </a:lnTo>
                  <a:lnTo>
                    <a:pt x="36" y="493"/>
                  </a:lnTo>
                  <a:lnTo>
                    <a:pt x="42" y="494"/>
                  </a:lnTo>
                  <a:lnTo>
                    <a:pt x="47" y="496"/>
                  </a:lnTo>
                  <a:lnTo>
                    <a:pt x="53" y="497"/>
                  </a:lnTo>
                  <a:lnTo>
                    <a:pt x="60" y="49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grpSp>
      <p:sp>
        <p:nvSpPr>
          <p:cNvPr id="34" name="Forme libre 1676" descr="Icône de case à cocher. ">
            <a:extLst>
              <a:ext uri="{FF2B5EF4-FFF2-40B4-BE49-F238E27FC236}">
                <a16:creationId xmlns:a16="http://schemas.microsoft.com/office/drawing/2014/main" id="{6FB02354-C73F-4DCF-8004-E9CCA66963EA}"/>
              </a:ext>
            </a:extLst>
          </p:cNvPr>
          <p:cNvSpPr>
            <a:spLocks noEditPoints="1"/>
          </p:cNvSpPr>
          <p:nvPr/>
        </p:nvSpPr>
        <p:spPr bwMode="auto">
          <a:xfrm>
            <a:off x="7573360" y="923809"/>
            <a:ext cx="340055" cy="334949"/>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a:extLst/>
        </p:spPr>
        <p:txBody>
          <a:bodyPr vert="horz" wrap="square" lIns="91440" tIns="45720" rIns="91440" bIns="45720" numCol="1" rtlCol="0" anchor="t" anchorCtr="0" compatLnSpc="1">
            <a:prstTxWarp prst="textNoShape">
              <a:avLst/>
            </a:prstTxWarp>
          </a:bodyPr>
          <a:lstStyle/>
          <a:p>
            <a:pPr rtl="0"/>
            <a:endParaRPr lang="fr-FR" dirty="0"/>
          </a:p>
        </p:txBody>
      </p:sp>
      <p:sp>
        <p:nvSpPr>
          <p:cNvPr id="35" name="Forme libre 4665" descr="Icône de graphique ">
            <a:extLst>
              <a:ext uri="{FF2B5EF4-FFF2-40B4-BE49-F238E27FC236}">
                <a16:creationId xmlns:a16="http://schemas.microsoft.com/office/drawing/2014/main" id="{557E39B2-E017-4E5C-B53E-DDE3B9D4C92C}"/>
              </a:ext>
            </a:extLst>
          </p:cNvPr>
          <p:cNvSpPr>
            <a:spLocks/>
          </p:cNvSpPr>
          <p:nvPr/>
        </p:nvSpPr>
        <p:spPr bwMode="auto">
          <a:xfrm>
            <a:off x="7585075" y="1998993"/>
            <a:ext cx="341945" cy="336811"/>
          </a:xfrm>
          <a:custGeom>
            <a:avLst/>
            <a:gdLst>
              <a:gd name="T0" fmla="*/ 761 w 904"/>
              <a:gd name="T1" fmla="*/ 213 h 903"/>
              <a:gd name="T2" fmla="*/ 754 w 904"/>
              <a:gd name="T3" fmla="*/ 225 h 903"/>
              <a:gd name="T4" fmla="*/ 576 w 904"/>
              <a:gd name="T5" fmla="*/ 277 h 903"/>
              <a:gd name="T6" fmla="*/ 498 w 904"/>
              <a:gd name="T7" fmla="*/ 298 h 903"/>
              <a:gd name="T8" fmla="*/ 431 w 904"/>
              <a:gd name="T9" fmla="*/ 329 h 903"/>
              <a:gd name="T10" fmla="*/ 578 w 904"/>
              <a:gd name="T11" fmla="*/ 170 h 903"/>
              <a:gd name="T12" fmla="*/ 618 w 904"/>
              <a:gd name="T13" fmla="*/ 180 h 903"/>
              <a:gd name="T14" fmla="*/ 661 w 904"/>
              <a:gd name="T15" fmla="*/ 169 h 903"/>
              <a:gd name="T16" fmla="*/ 693 w 904"/>
              <a:gd name="T17" fmla="*/ 141 h 903"/>
              <a:gd name="T18" fmla="*/ 707 w 904"/>
              <a:gd name="T19" fmla="*/ 99 h 903"/>
              <a:gd name="T20" fmla="*/ 701 w 904"/>
              <a:gd name="T21" fmla="*/ 55 h 903"/>
              <a:gd name="T22" fmla="*/ 676 w 904"/>
              <a:gd name="T23" fmla="*/ 20 h 903"/>
              <a:gd name="T24" fmla="*/ 636 w 904"/>
              <a:gd name="T25" fmla="*/ 2 h 903"/>
              <a:gd name="T26" fmla="*/ 591 w 904"/>
              <a:gd name="T27" fmla="*/ 4 h 903"/>
              <a:gd name="T28" fmla="*/ 554 w 904"/>
              <a:gd name="T29" fmla="*/ 25 h 903"/>
              <a:gd name="T30" fmla="*/ 531 w 904"/>
              <a:gd name="T31" fmla="*/ 63 h 903"/>
              <a:gd name="T32" fmla="*/ 532 w 904"/>
              <a:gd name="T33" fmla="*/ 118 h 903"/>
              <a:gd name="T34" fmla="*/ 369 w 904"/>
              <a:gd name="T35" fmla="*/ 289 h 903"/>
              <a:gd name="T36" fmla="*/ 325 w 904"/>
              <a:gd name="T37" fmla="*/ 289 h 903"/>
              <a:gd name="T38" fmla="*/ 294 w 904"/>
              <a:gd name="T39" fmla="*/ 308 h 903"/>
              <a:gd name="T40" fmla="*/ 275 w 904"/>
              <a:gd name="T41" fmla="*/ 338 h 903"/>
              <a:gd name="T42" fmla="*/ 275 w 904"/>
              <a:gd name="T43" fmla="*/ 383 h 903"/>
              <a:gd name="T44" fmla="*/ 113 w 904"/>
              <a:gd name="T45" fmla="*/ 545 h 903"/>
              <a:gd name="T46" fmla="*/ 64 w 904"/>
              <a:gd name="T47" fmla="*/ 546 h 903"/>
              <a:gd name="T48" fmla="*/ 26 w 904"/>
              <a:gd name="T49" fmla="*/ 568 h 903"/>
              <a:gd name="T50" fmla="*/ 5 w 904"/>
              <a:gd name="T51" fmla="*/ 605 h 903"/>
              <a:gd name="T52" fmla="*/ 3 w 904"/>
              <a:gd name="T53" fmla="*/ 650 h 903"/>
              <a:gd name="T54" fmla="*/ 21 w 904"/>
              <a:gd name="T55" fmla="*/ 690 h 903"/>
              <a:gd name="T56" fmla="*/ 56 w 904"/>
              <a:gd name="T57" fmla="*/ 716 h 903"/>
              <a:gd name="T58" fmla="*/ 100 w 904"/>
              <a:gd name="T59" fmla="*/ 722 h 903"/>
              <a:gd name="T60" fmla="*/ 142 w 904"/>
              <a:gd name="T61" fmla="*/ 706 h 903"/>
              <a:gd name="T62" fmla="*/ 170 w 904"/>
              <a:gd name="T63" fmla="*/ 675 h 903"/>
              <a:gd name="T64" fmla="*/ 181 w 904"/>
              <a:gd name="T65" fmla="*/ 632 h 903"/>
              <a:gd name="T66" fmla="*/ 171 w 904"/>
              <a:gd name="T67" fmla="*/ 591 h 903"/>
              <a:gd name="T68" fmla="*/ 316 w 904"/>
              <a:gd name="T69" fmla="*/ 430 h 903"/>
              <a:gd name="T70" fmla="*/ 286 w 904"/>
              <a:gd name="T71" fmla="*/ 538 h 903"/>
              <a:gd name="T72" fmla="*/ 271 w 904"/>
              <a:gd name="T73" fmla="*/ 753 h 903"/>
              <a:gd name="T74" fmla="*/ 216 w 904"/>
              <a:gd name="T75" fmla="*/ 757 h 903"/>
              <a:gd name="T76" fmla="*/ 212 w 904"/>
              <a:gd name="T77" fmla="*/ 888 h 903"/>
              <a:gd name="T78" fmla="*/ 218 w 904"/>
              <a:gd name="T79" fmla="*/ 901 h 903"/>
              <a:gd name="T80" fmla="*/ 349 w 904"/>
              <a:gd name="T81" fmla="*/ 903 h 903"/>
              <a:gd name="T82" fmla="*/ 361 w 904"/>
              <a:gd name="T83" fmla="*/ 894 h 903"/>
              <a:gd name="T84" fmla="*/ 361 w 904"/>
              <a:gd name="T85" fmla="*/ 762 h 903"/>
              <a:gd name="T86" fmla="*/ 349 w 904"/>
              <a:gd name="T87" fmla="*/ 753 h 903"/>
              <a:gd name="T88" fmla="*/ 305 w 904"/>
              <a:gd name="T89" fmla="*/ 597 h 903"/>
              <a:gd name="T90" fmla="*/ 343 w 904"/>
              <a:gd name="T91" fmla="*/ 469 h 903"/>
              <a:gd name="T92" fmla="*/ 383 w 904"/>
              <a:gd name="T93" fmla="*/ 426 h 903"/>
              <a:gd name="T94" fmla="*/ 418 w 904"/>
              <a:gd name="T95" fmla="*/ 383 h 903"/>
              <a:gd name="T96" fmla="*/ 471 w 904"/>
              <a:gd name="T97" fmla="*/ 342 h 903"/>
              <a:gd name="T98" fmla="*/ 544 w 904"/>
              <a:gd name="T99" fmla="*/ 315 h 903"/>
              <a:gd name="T100" fmla="*/ 627 w 904"/>
              <a:gd name="T101" fmla="*/ 302 h 903"/>
              <a:gd name="T102" fmla="*/ 754 w 904"/>
              <a:gd name="T103" fmla="*/ 348 h 903"/>
              <a:gd name="T104" fmla="*/ 763 w 904"/>
              <a:gd name="T105" fmla="*/ 360 h 903"/>
              <a:gd name="T106" fmla="*/ 895 w 904"/>
              <a:gd name="T107" fmla="*/ 360 h 903"/>
              <a:gd name="T108" fmla="*/ 904 w 904"/>
              <a:gd name="T109" fmla="*/ 348 h 903"/>
              <a:gd name="T110" fmla="*/ 902 w 904"/>
              <a:gd name="T111" fmla="*/ 217 h 903"/>
              <a:gd name="T112" fmla="*/ 889 w 904"/>
              <a:gd name="T113" fmla="*/ 211 h 903"/>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904" h="903">
                <a:moveTo>
                  <a:pt x="889" y="211"/>
                </a:moveTo>
                <a:lnTo>
                  <a:pt x="768" y="211"/>
                </a:lnTo>
                <a:lnTo>
                  <a:pt x="765" y="211"/>
                </a:lnTo>
                <a:lnTo>
                  <a:pt x="763" y="212"/>
                </a:lnTo>
                <a:lnTo>
                  <a:pt x="761" y="213"/>
                </a:lnTo>
                <a:lnTo>
                  <a:pt x="758" y="215"/>
                </a:lnTo>
                <a:lnTo>
                  <a:pt x="756" y="217"/>
                </a:lnTo>
                <a:lnTo>
                  <a:pt x="755" y="220"/>
                </a:lnTo>
                <a:lnTo>
                  <a:pt x="754" y="222"/>
                </a:lnTo>
                <a:lnTo>
                  <a:pt x="754" y="225"/>
                </a:lnTo>
                <a:lnTo>
                  <a:pt x="754" y="271"/>
                </a:lnTo>
                <a:lnTo>
                  <a:pt x="663" y="271"/>
                </a:lnTo>
                <a:lnTo>
                  <a:pt x="627" y="272"/>
                </a:lnTo>
                <a:lnTo>
                  <a:pt x="593" y="275"/>
                </a:lnTo>
                <a:lnTo>
                  <a:pt x="576" y="277"/>
                </a:lnTo>
                <a:lnTo>
                  <a:pt x="561" y="281"/>
                </a:lnTo>
                <a:lnTo>
                  <a:pt x="545" y="284"/>
                </a:lnTo>
                <a:lnTo>
                  <a:pt x="529" y="287"/>
                </a:lnTo>
                <a:lnTo>
                  <a:pt x="513" y="292"/>
                </a:lnTo>
                <a:lnTo>
                  <a:pt x="498" y="298"/>
                </a:lnTo>
                <a:lnTo>
                  <a:pt x="484" y="302"/>
                </a:lnTo>
                <a:lnTo>
                  <a:pt x="470" y="309"/>
                </a:lnTo>
                <a:lnTo>
                  <a:pt x="457" y="315"/>
                </a:lnTo>
                <a:lnTo>
                  <a:pt x="443" y="323"/>
                </a:lnTo>
                <a:lnTo>
                  <a:pt x="431" y="329"/>
                </a:lnTo>
                <a:lnTo>
                  <a:pt x="418" y="337"/>
                </a:lnTo>
                <a:lnTo>
                  <a:pt x="415" y="328"/>
                </a:lnTo>
                <a:lnTo>
                  <a:pt x="409" y="319"/>
                </a:lnTo>
                <a:lnTo>
                  <a:pt x="565" y="163"/>
                </a:lnTo>
                <a:lnTo>
                  <a:pt x="578" y="170"/>
                </a:lnTo>
                <a:lnTo>
                  <a:pt x="590" y="176"/>
                </a:lnTo>
                <a:lnTo>
                  <a:pt x="597" y="178"/>
                </a:lnTo>
                <a:lnTo>
                  <a:pt x="604" y="179"/>
                </a:lnTo>
                <a:lnTo>
                  <a:pt x="610" y="180"/>
                </a:lnTo>
                <a:lnTo>
                  <a:pt x="618" y="180"/>
                </a:lnTo>
                <a:lnTo>
                  <a:pt x="627" y="180"/>
                </a:lnTo>
                <a:lnTo>
                  <a:pt x="636" y="178"/>
                </a:lnTo>
                <a:lnTo>
                  <a:pt x="644" y="176"/>
                </a:lnTo>
                <a:lnTo>
                  <a:pt x="653" y="173"/>
                </a:lnTo>
                <a:lnTo>
                  <a:pt x="661" y="169"/>
                </a:lnTo>
                <a:lnTo>
                  <a:pt x="668" y="164"/>
                </a:lnTo>
                <a:lnTo>
                  <a:pt x="676" y="160"/>
                </a:lnTo>
                <a:lnTo>
                  <a:pt x="681" y="154"/>
                </a:lnTo>
                <a:lnTo>
                  <a:pt x="687" y="147"/>
                </a:lnTo>
                <a:lnTo>
                  <a:pt x="693" y="141"/>
                </a:lnTo>
                <a:lnTo>
                  <a:pt x="697" y="133"/>
                </a:lnTo>
                <a:lnTo>
                  <a:pt x="701" y="125"/>
                </a:lnTo>
                <a:lnTo>
                  <a:pt x="704" y="117"/>
                </a:lnTo>
                <a:lnTo>
                  <a:pt x="706" y="108"/>
                </a:lnTo>
                <a:lnTo>
                  <a:pt x="707" y="99"/>
                </a:lnTo>
                <a:lnTo>
                  <a:pt x="709" y="90"/>
                </a:lnTo>
                <a:lnTo>
                  <a:pt x="707" y="81"/>
                </a:lnTo>
                <a:lnTo>
                  <a:pt x="706" y="72"/>
                </a:lnTo>
                <a:lnTo>
                  <a:pt x="704" y="63"/>
                </a:lnTo>
                <a:lnTo>
                  <a:pt x="701" y="55"/>
                </a:lnTo>
                <a:lnTo>
                  <a:pt x="697" y="47"/>
                </a:lnTo>
                <a:lnTo>
                  <a:pt x="693" y="39"/>
                </a:lnTo>
                <a:lnTo>
                  <a:pt x="687" y="32"/>
                </a:lnTo>
                <a:lnTo>
                  <a:pt x="681" y="25"/>
                </a:lnTo>
                <a:lnTo>
                  <a:pt x="676" y="20"/>
                </a:lnTo>
                <a:lnTo>
                  <a:pt x="668" y="15"/>
                </a:lnTo>
                <a:lnTo>
                  <a:pt x="661" y="11"/>
                </a:lnTo>
                <a:lnTo>
                  <a:pt x="653" y="6"/>
                </a:lnTo>
                <a:lnTo>
                  <a:pt x="644" y="4"/>
                </a:lnTo>
                <a:lnTo>
                  <a:pt x="636" y="2"/>
                </a:lnTo>
                <a:lnTo>
                  <a:pt x="627" y="0"/>
                </a:lnTo>
                <a:lnTo>
                  <a:pt x="618" y="0"/>
                </a:lnTo>
                <a:lnTo>
                  <a:pt x="609" y="0"/>
                </a:lnTo>
                <a:lnTo>
                  <a:pt x="600" y="2"/>
                </a:lnTo>
                <a:lnTo>
                  <a:pt x="591" y="4"/>
                </a:lnTo>
                <a:lnTo>
                  <a:pt x="583" y="6"/>
                </a:lnTo>
                <a:lnTo>
                  <a:pt x="575" y="11"/>
                </a:lnTo>
                <a:lnTo>
                  <a:pt x="567" y="15"/>
                </a:lnTo>
                <a:lnTo>
                  <a:pt x="561" y="20"/>
                </a:lnTo>
                <a:lnTo>
                  <a:pt x="554" y="25"/>
                </a:lnTo>
                <a:lnTo>
                  <a:pt x="548" y="32"/>
                </a:lnTo>
                <a:lnTo>
                  <a:pt x="543" y="39"/>
                </a:lnTo>
                <a:lnTo>
                  <a:pt x="538" y="47"/>
                </a:lnTo>
                <a:lnTo>
                  <a:pt x="535" y="55"/>
                </a:lnTo>
                <a:lnTo>
                  <a:pt x="531" y="63"/>
                </a:lnTo>
                <a:lnTo>
                  <a:pt x="529" y="72"/>
                </a:lnTo>
                <a:lnTo>
                  <a:pt x="528" y="81"/>
                </a:lnTo>
                <a:lnTo>
                  <a:pt x="528" y="90"/>
                </a:lnTo>
                <a:lnTo>
                  <a:pt x="529" y="105"/>
                </a:lnTo>
                <a:lnTo>
                  <a:pt x="532" y="118"/>
                </a:lnTo>
                <a:lnTo>
                  <a:pt x="537" y="131"/>
                </a:lnTo>
                <a:lnTo>
                  <a:pt x="545" y="142"/>
                </a:lnTo>
                <a:lnTo>
                  <a:pt x="388" y="298"/>
                </a:lnTo>
                <a:lnTo>
                  <a:pt x="379" y="293"/>
                </a:lnTo>
                <a:lnTo>
                  <a:pt x="369" y="289"/>
                </a:lnTo>
                <a:lnTo>
                  <a:pt x="358" y="286"/>
                </a:lnTo>
                <a:lnTo>
                  <a:pt x="347" y="285"/>
                </a:lnTo>
                <a:lnTo>
                  <a:pt x="339" y="286"/>
                </a:lnTo>
                <a:lnTo>
                  <a:pt x="331" y="287"/>
                </a:lnTo>
                <a:lnTo>
                  <a:pt x="325" y="289"/>
                </a:lnTo>
                <a:lnTo>
                  <a:pt x="318" y="292"/>
                </a:lnTo>
                <a:lnTo>
                  <a:pt x="311" y="294"/>
                </a:lnTo>
                <a:lnTo>
                  <a:pt x="304" y="299"/>
                </a:lnTo>
                <a:lnTo>
                  <a:pt x="299" y="303"/>
                </a:lnTo>
                <a:lnTo>
                  <a:pt x="294" y="308"/>
                </a:lnTo>
                <a:lnTo>
                  <a:pt x="288" y="313"/>
                </a:lnTo>
                <a:lnTo>
                  <a:pt x="284" y="319"/>
                </a:lnTo>
                <a:lnTo>
                  <a:pt x="281" y="325"/>
                </a:lnTo>
                <a:lnTo>
                  <a:pt x="277" y="332"/>
                </a:lnTo>
                <a:lnTo>
                  <a:pt x="275" y="338"/>
                </a:lnTo>
                <a:lnTo>
                  <a:pt x="273" y="346"/>
                </a:lnTo>
                <a:lnTo>
                  <a:pt x="271" y="353"/>
                </a:lnTo>
                <a:lnTo>
                  <a:pt x="271" y="361"/>
                </a:lnTo>
                <a:lnTo>
                  <a:pt x="273" y="372"/>
                </a:lnTo>
                <a:lnTo>
                  <a:pt x="275" y="383"/>
                </a:lnTo>
                <a:lnTo>
                  <a:pt x="278" y="393"/>
                </a:lnTo>
                <a:lnTo>
                  <a:pt x="284" y="403"/>
                </a:lnTo>
                <a:lnTo>
                  <a:pt x="134" y="553"/>
                </a:lnTo>
                <a:lnTo>
                  <a:pt x="124" y="547"/>
                </a:lnTo>
                <a:lnTo>
                  <a:pt x="113" y="545"/>
                </a:lnTo>
                <a:lnTo>
                  <a:pt x="102" y="543"/>
                </a:lnTo>
                <a:lnTo>
                  <a:pt x="91" y="542"/>
                </a:lnTo>
                <a:lnTo>
                  <a:pt x="82" y="542"/>
                </a:lnTo>
                <a:lnTo>
                  <a:pt x="73" y="544"/>
                </a:lnTo>
                <a:lnTo>
                  <a:pt x="64" y="546"/>
                </a:lnTo>
                <a:lnTo>
                  <a:pt x="56" y="548"/>
                </a:lnTo>
                <a:lnTo>
                  <a:pt x="48" y="553"/>
                </a:lnTo>
                <a:lnTo>
                  <a:pt x="40" y="557"/>
                </a:lnTo>
                <a:lnTo>
                  <a:pt x="33" y="562"/>
                </a:lnTo>
                <a:lnTo>
                  <a:pt x="26" y="568"/>
                </a:lnTo>
                <a:lnTo>
                  <a:pt x="21" y="574"/>
                </a:lnTo>
                <a:lnTo>
                  <a:pt x="16" y="581"/>
                </a:lnTo>
                <a:lnTo>
                  <a:pt x="12" y="589"/>
                </a:lnTo>
                <a:lnTo>
                  <a:pt x="7" y="597"/>
                </a:lnTo>
                <a:lnTo>
                  <a:pt x="5" y="605"/>
                </a:lnTo>
                <a:lnTo>
                  <a:pt x="3" y="614"/>
                </a:lnTo>
                <a:lnTo>
                  <a:pt x="0" y="623"/>
                </a:lnTo>
                <a:lnTo>
                  <a:pt x="0" y="632"/>
                </a:lnTo>
                <a:lnTo>
                  <a:pt x="0" y="641"/>
                </a:lnTo>
                <a:lnTo>
                  <a:pt x="3" y="650"/>
                </a:lnTo>
                <a:lnTo>
                  <a:pt x="5" y="659"/>
                </a:lnTo>
                <a:lnTo>
                  <a:pt x="7" y="667"/>
                </a:lnTo>
                <a:lnTo>
                  <a:pt x="12" y="675"/>
                </a:lnTo>
                <a:lnTo>
                  <a:pt x="16" y="683"/>
                </a:lnTo>
                <a:lnTo>
                  <a:pt x="21" y="690"/>
                </a:lnTo>
                <a:lnTo>
                  <a:pt x="26" y="696"/>
                </a:lnTo>
                <a:lnTo>
                  <a:pt x="33" y="702"/>
                </a:lnTo>
                <a:lnTo>
                  <a:pt x="40" y="706"/>
                </a:lnTo>
                <a:lnTo>
                  <a:pt x="48" y="711"/>
                </a:lnTo>
                <a:lnTo>
                  <a:pt x="56" y="716"/>
                </a:lnTo>
                <a:lnTo>
                  <a:pt x="64" y="718"/>
                </a:lnTo>
                <a:lnTo>
                  <a:pt x="73" y="720"/>
                </a:lnTo>
                <a:lnTo>
                  <a:pt x="82" y="722"/>
                </a:lnTo>
                <a:lnTo>
                  <a:pt x="91" y="722"/>
                </a:lnTo>
                <a:lnTo>
                  <a:pt x="100" y="722"/>
                </a:lnTo>
                <a:lnTo>
                  <a:pt x="109" y="720"/>
                </a:lnTo>
                <a:lnTo>
                  <a:pt x="118" y="718"/>
                </a:lnTo>
                <a:lnTo>
                  <a:pt x="126" y="716"/>
                </a:lnTo>
                <a:lnTo>
                  <a:pt x="134" y="711"/>
                </a:lnTo>
                <a:lnTo>
                  <a:pt x="142" y="706"/>
                </a:lnTo>
                <a:lnTo>
                  <a:pt x="148" y="702"/>
                </a:lnTo>
                <a:lnTo>
                  <a:pt x="155" y="696"/>
                </a:lnTo>
                <a:lnTo>
                  <a:pt x="161" y="690"/>
                </a:lnTo>
                <a:lnTo>
                  <a:pt x="165" y="683"/>
                </a:lnTo>
                <a:lnTo>
                  <a:pt x="170" y="675"/>
                </a:lnTo>
                <a:lnTo>
                  <a:pt x="174" y="667"/>
                </a:lnTo>
                <a:lnTo>
                  <a:pt x="177" y="659"/>
                </a:lnTo>
                <a:lnTo>
                  <a:pt x="179" y="650"/>
                </a:lnTo>
                <a:lnTo>
                  <a:pt x="181" y="641"/>
                </a:lnTo>
                <a:lnTo>
                  <a:pt x="181" y="632"/>
                </a:lnTo>
                <a:lnTo>
                  <a:pt x="181" y="623"/>
                </a:lnTo>
                <a:lnTo>
                  <a:pt x="180" y="615"/>
                </a:lnTo>
                <a:lnTo>
                  <a:pt x="178" y="607"/>
                </a:lnTo>
                <a:lnTo>
                  <a:pt x="174" y="599"/>
                </a:lnTo>
                <a:lnTo>
                  <a:pt x="171" y="591"/>
                </a:lnTo>
                <a:lnTo>
                  <a:pt x="168" y="585"/>
                </a:lnTo>
                <a:lnTo>
                  <a:pt x="163" y="578"/>
                </a:lnTo>
                <a:lnTo>
                  <a:pt x="157" y="571"/>
                </a:lnTo>
                <a:lnTo>
                  <a:pt x="305" y="424"/>
                </a:lnTo>
                <a:lnTo>
                  <a:pt x="316" y="430"/>
                </a:lnTo>
                <a:lnTo>
                  <a:pt x="328" y="433"/>
                </a:lnTo>
                <a:lnTo>
                  <a:pt x="314" y="457"/>
                </a:lnTo>
                <a:lnTo>
                  <a:pt x="303" y="483"/>
                </a:lnTo>
                <a:lnTo>
                  <a:pt x="294" y="510"/>
                </a:lnTo>
                <a:lnTo>
                  <a:pt x="286" y="538"/>
                </a:lnTo>
                <a:lnTo>
                  <a:pt x="279" y="568"/>
                </a:lnTo>
                <a:lnTo>
                  <a:pt x="275" y="598"/>
                </a:lnTo>
                <a:lnTo>
                  <a:pt x="273" y="630"/>
                </a:lnTo>
                <a:lnTo>
                  <a:pt x="271" y="662"/>
                </a:lnTo>
                <a:lnTo>
                  <a:pt x="271" y="753"/>
                </a:lnTo>
                <a:lnTo>
                  <a:pt x="226" y="753"/>
                </a:lnTo>
                <a:lnTo>
                  <a:pt x="223" y="753"/>
                </a:lnTo>
                <a:lnTo>
                  <a:pt x="221" y="754"/>
                </a:lnTo>
                <a:lnTo>
                  <a:pt x="218" y="755"/>
                </a:lnTo>
                <a:lnTo>
                  <a:pt x="216" y="757"/>
                </a:lnTo>
                <a:lnTo>
                  <a:pt x="214" y="760"/>
                </a:lnTo>
                <a:lnTo>
                  <a:pt x="213" y="762"/>
                </a:lnTo>
                <a:lnTo>
                  <a:pt x="212" y="764"/>
                </a:lnTo>
                <a:lnTo>
                  <a:pt x="212" y="767"/>
                </a:lnTo>
                <a:lnTo>
                  <a:pt x="212" y="888"/>
                </a:lnTo>
                <a:lnTo>
                  <a:pt x="212" y="891"/>
                </a:lnTo>
                <a:lnTo>
                  <a:pt x="213" y="894"/>
                </a:lnTo>
                <a:lnTo>
                  <a:pt x="214" y="896"/>
                </a:lnTo>
                <a:lnTo>
                  <a:pt x="216" y="898"/>
                </a:lnTo>
                <a:lnTo>
                  <a:pt x="218" y="901"/>
                </a:lnTo>
                <a:lnTo>
                  <a:pt x="221" y="902"/>
                </a:lnTo>
                <a:lnTo>
                  <a:pt x="223" y="903"/>
                </a:lnTo>
                <a:lnTo>
                  <a:pt x="226" y="903"/>
                </a:lnTo>
                <a:lnTo>
                  <a:pt x="347" y="903"/>
                </a:lnTo>
                <a:lnTo>
                  <a:pt x="349" y="903"/>
                </a:lnTo>
                <a:lnTo>
                  <a:pt x="353" y="902"/>
                </a:lnTo>
                <a:lnTo>
                  <a:pt x="355" y="901"/>
                </a:lnTo>
                <a:lnTo>
                  <a:pt x="357" y="898"/>
                </a:lnTo>
                <a:lnTo>
                  <a:pt x="360" y="896"/>
                </a:lnTo>
                <a:lnTo>
                  <a:pt x="361" y="894"/>
                </a:lnTo>
                <a:lnTo>
                  <a:pt x="362" y="891"/>
                </a:lnTo>
                <a:lnTo>
                  <a:pt x="362" y="888"/>
                </a:lnTo>
                <a:lnTo>
                  <a:pt x="362" y="767"/>
                </a:lnTo>
                <a:lnTo>
                  <a:pt x="362" y="764"/>
                </a:lnTo>
                <a:lnTo>
                  <a:pt x="361" y="762"/>
                </a:lnTo>
                <a:lnTo>
                  <a:pt x="360" y="760"/>
                </a:lnTo>
                <a:lnTo>
                  <a:pt x="357" y="757"/>
                </a:lnTo>
                <a:lnTo>
                  <a:pt x="355" y="755"/>
                </a:lnTo>
                <a:lnTo>
                  <a:pt x="353" y="754"/>
                </a:lnTo>
                <a:lnTo>
                  <a:pt x="349" y="753"/>
                </a:lnTo>
                <a:lnTo>
                  <a:pt x="347" y="753"/>
                </a:lnTo>
                <a:lnTo>
                  <a:pt x="302" y="753"/>
                </a:lnTo>
                <a:lnTo>
                  <a:pt x="302" y="662"/>
                </a:lnTo>
                <a:lnTo>
                  <a:pt x="303" y="629"/>
                </a:lnTo>
                <a:lnTo>
                  <a:pt x="305" y="597"/>
                </a:lnTo>
                <a:lnTo>
                  <a:pt x="310" y="566"/>
                </a:lnTo>
                <a:lnTo>
                  <a:pt x="317" y="537"/>
                </a:lnTo>
                <a:lnTo>
                  <a:pt x="326" y="509"/>
                </a:lnTo>
                <a:lnTo>
                  <a:pt x="336" y="482"/>
                </a:lnTo>
                <a:lnTo>
                  <a:pt x="343" y="469"/>
                </a:lnTo>
                <a:lnTo>
                  <a:pt x="348" y="457"/>
                </a:lnTo>
                <a:lnTo>
                  <a:pt x="355" y="446"/>
                </a:lnTo>
                <a:lnTo>
                  <a:pt x="363" y="434"/>
                </a:lnTo>
                <a:lnTo>
                  <a:pt x="373" y="431"/>
                </a:lnTo>
                <a:lnTo>
                  <a:pt x="383" y="426"/>
                </a:lnTo>
                <a:lnTo>
                  <a:pt x="393" y="420"/>
                </a:lnTo>
                <a:lnTo>
                  <a:pt x="401" y="413"/>
                </a:lnTo>
                <a:lnTo>
                  <a:pt x="408" y="404"/>
                </a:lnTo>
                <a:lnTo>
                  <a:pt x="414" y="395"/>
                </a:lnTo>
                <a:lnTo>
                  <a:pt x="418" y="383"/>
                </a:lnTo>
                <a:lnTo>
                  <a:pt x="421" y="372"/>
                </a:lnTo>
                <a:lnTo>
                  <a:pt x="433" y="364"/>
                </a:lnTo>
                <a:lnTo>
                  <a:pt x="445" y="356"/>
                </a:lnTo>
                <a:lnTo>
                  <a:pt x="458" y="348"/>
                </a:lnTo>
                <a:lnTo>
                  <a:pt x="471" y="342"/>
                </a:lnTo>
                <a:lnTo>
                  <a:pt x="485" y="335"/>
                </a:lnTo>
                <a:lnTo>
                  <a:pt x="498" y="329"/>
                </a:lnTo>
                <a:lnTo>
                  <a:pt x="513" y="324"/>
                </a:lnTo>
                <a:lnTo>
                  <a:pt x="529" y="319"/>
                </a:lnTo>
                <a:lnTo>
                  <a:pt x="544" y="315"/>
                </a:lnTo>
                <a:lnTo>
                  <a:pt x="559" y="311"/>
                </a:lnTo>
                <a:lnTo>
                  <a:pt x="576" y="308"/>
                </a:lnTo>
                <a:lnTo>
                  <a:pt x="593" y="306"/>
                </a:lnTo>
                <a:lnTo>
                  <a:pt x="610" y="303"/>
                </a:lnTo>
                <a:lnTo>
                  <a:pt x="627" y="302"/>
                </a:lnTo>
                <a:lnTo>
                  <a:pt x="645" y="301"/>
                </a:lnTo>
                <a:lnTo>
                  <a:pt x="663" y="301"/>
                </a:lnTo>
                <a:lnTo>
                  <a:pt x="754" y="301"/>
                </a:lnTo>
                <a:lnTo>
                  <a:pt x="754" y="346"/>
                </a:lnTo>
                <a:lnTo>
                  <a:pt x="754" y="348"/>
                </a:lnTo>
                <a:lnTo>
                  <a:pt x="755" y="352"/>
                </a:lnTo>
                <a:lnTo>
                  <a:pt x="756" y="354"/>
                </a:lnTo>
                <a:lnTo>
                  <a:pt x="758" y="356"/>
                </a:lnTo>
                <a:lnTo>
                  <a:pt x="761" y="359"/>
                </a:lnTo>
                <a:lnTo>
                  <a:pt x="763" y="360"/>
                </a:lnTo>
                <a:lnTo>
                  <a:pt x="765" y="361"/>
                </a:lnTo>
                <a:lnTo>
                  <a:pt x="768" y="361"/>
                </a:lnTo>
                <a:lnTo>
                  <a:pt x="889" y="361"/>
                </a:lnTo>
                <a:lnTo>
                  <a:pt x="892" y="361"/>
                </a:lnTo>
                <a:lnTo>
                  <a:pt x="895" y="360"/>
                </a:lnTo>
                <a:lnTo>
                  <a:pt x="897" y="359"/>
                </a:lnTo>
                <a:lnTo>
                  <a:pt x="899" y="356"/>
                </a:lnTo>
                <a:lnTo>
                  <a:pt x="902" y="354"/>
                </a:lnTo>
                <a:lnTo>
                  <a:pt x="903" y="352"/>
                </a:lnTo>
                <a:lnTo>
                  <a:pt x="904" y="348"/>
                </a:lnTo>
                <a:lnTo>
                  <a:pt x="904" y="346"/>
                </a:lnTo>
                <a:lnTo>
                  <a:pt x="904" y="225"/>
                </a:lnTo>
                <a:lnTo>
                  <a:pt x="904" y="222"/>
                </a:lnTo>
                <a:lnTo>
                  <a:pt x="903" y="220"/>
                </a:lnTo>
                <a:lnTo>
                  <a:pt x="902" y="217"/>
                </a:lnTo>
                <a:lnTo>
                  <a:pt x="899" y="215"/>
                </a:lnTo>
                <a:lnTo>
                  <a:pt x="897" y="213"/>
                </a:lnTo>
                <a:lnTo>
                  <a:pt x="895" y="212"/>
                </a:lnTo>
                <a:lnTo>
                  <a:pt x="892" y="211"/>
                </a:lnTo>
                <a:lnTo>
                  <a:pt x="889" y="211"/>
                </a:lnTo>
                <a:close/>
              </a:path>
            </a:pathLst>
          </a:custGeom>
          <a:solidFill>
            <a:schemeClr val="bg1"/>
          </a:solidFill>
          <a:ln>
            <a:noFill/>
          </a:ln>
          <a:extLst/>
        </p:spPr>
        <p:txBody>
          <a:bodyPr vert="horz" wrap="square" lIns="91440" tIns="45720" rIns="91440" bIns="45720" numCol="1" rtlCol="0" anchor="t" anchorCtr="0" compatLnSpc="1">
            <a:prstTxWarp prst="textNoShape">
              <a:avLst/>
            </a:prstTxWarp>
          </a:bodyPr>
          <a:lstStyle/>
          <a:p>
            <a:pPr rtl="0"/>
            <a:endParaRPr lang="fr-FR" dirty="0"/>
          </a:p>
        </p:txBody>
      </p:sp>
      <p:grpSp>
        <p:nvGrpSpPr>
          <p:cNvPr id="36" name="Groupe 35" descr="Icône de personne et d’engrenage ">
            <a:extLst>
              <a:ext uri="{FF2B5EF4-FFF2-40B4-BE49-F238E27FC236}">
                <a16:creationId xmlns:a16="http://schemas.microsoft.com/office/drawing/2014/main" id="{ECC5F635-1712-4572-A9EC-F94E2199DDBD}"/>
              </a:ext>
            </a:extLst>
          </p:cNvPr>
          <p:cNvGrpSpPr/>
          <p:nvPr/>
        </p:nvGrpSpPr>
        <p:grpSpPr>
          <a:xfrm>
            <a:off x="7595342" y="3069762"/>
            <a:ext cx="340960" cy="329367"/>
            <a:chOff x="6450013" y="5349875"/>
            <a:chExt cx="279399" cy="280988"/>
          </a:xfrm>
          <a:solidFill>
            <a:schemeClr val="bg1"/>
          </a:solidFill>
        </p:grpSpPr>
        <p:sp>
          <p:nvSpPr>
            <p:cNvPr id="37" name="Forme libre 3673">
              <a:extLst>
                <a:ext uri="{FF2B5EF4-FFF2-40B4-BE49-F238E27FC236}">
                  <a16:creationId xmlns:a16="http://schemas.microsoft.com/office/drawing/2014/main" id="{D1391604-D4EC-48A8-AE57-EDF194392FB1}"/>
                </a:ext>
              </a:extLst>
            </p:cNvPr>
            <p:cNvSpPr>
              <a:spLocks/>
            </p:cNvSpPr>
            <p:nvPr/>
          </p:nvSpPr>
          <p:spPr bwMode="auto">
            <a:xfrm>
              <a:off x="6450013" y="5349875"/>
              <a:ext cx="182562" cy="238125"/>
            </a:xfrm>
            <a:custGeom>
              <a:avLst/>
              <a:gdLst>
                <a:gd name="T0" fmla="*/ 379 w 459"/>
                <a:gd name="T1" fmla="*/ 550 h 602"/>
                <a:gd name="T2" fmla="*/ 380 w 459"/>
                <a:gd name="T3" fmla="*/ 519 h 602"/>
                <a:gd name="T4" fmla="*/ 345 w 459"/>
                <a:gd name="T5" fmla="*/ 495 h 602"/>
                <a:gd name="T6" fmla="*/ 397 w 459"/>
                <a:gd name="T7" fmla="*/ 400 h 602"/>
                <a:gd name="T8" fmla="*/ 408 w 459"/>
                <a:gd name="T9" fmla="*/ 395 h 602"/>
                <a:gd name="T10" fmla="*/ 450 w 459"/>
                <a:gd name="T11" fmla="*/ 406 h 602"/>
                <a:gd name="T12" fmla="*/ 412 w 459"/>
                <a:gd name="T13" fmla="*/ 384 h 602"/>
                <a:gd name="T14" fmla="*/ 376 w 459"/>
                <a:gd name="T15" fmla="*/ 370 h 602"/>
                <a:gd name="T16" fmla="*/ 361 w 459"/>
                <a:gd name="T17" fmla="*/ 307 h 602"/>
                <a:gd name="T18" fmla="*/ 379 w 459"/>
                <a:gd name="T19" fmla="*/ 288 h 602"/>
                <a:gd name="T20" fmla="*/ 397 w 459"/>
                <a:gd name="T21" fmla="*/ 252 h 602"/>
                <a:gd name="T22" fmla="*/ 406 w 459"/>
                <a:gd name="T23" fmla="*/ 214 h 602"/>
                <a:gd name="T24" fmla="*/ 415 w 459"/>
                <a:gd name="T25" fmla="*/ 202 h 602"/>
                <a:gd name="T26" fmla="*/ 420 w 459"/>
                <a:gd name="T27" fmla="*/ 183 h 602"/>
                <a:gd name="T28" fmla="*/ 416 w 459"/>
                <a:gd name="T29" fmla="*/ 152 h 602"/>
                <a:gd name="T30" fmla="*/ 412 w 459"/>
                <a:gd name="T31" fmla="*/ 121 h 602"/>
                <a:gd name="T32" fmla="*/ 420 w 459"/>
                <a:gd name="T33" fmla="*/ 78 h 602"/>
                <a:gd name="T34" fmla="*/ 415 w 459"/>
                <a:gd name="T35" fmla="*/ 45 h 602"/>
                <a:gd name="T36" fmla="*/ 403 w 459"/>
                <a:gd name="T37" fmla="*/ 27 h 602"/>
                <a:gd name="T38" fmla="*/ 382 w 459"/>
                <a:gd name="T39" fmla="*/ 15 h 602"/>
                <a:gd name="T40" fmla="*/ 341 w 459"/>
                <a:gd name="T41" fmla="*/ 3 h 602"/>
                <a:gd name="T42" fmla="*/ 291 w 459"/>
                <a:gd name="T43" fmla="*/ 0 h 602"/>
                <a:gd name="T44" fmla="*/ 245 w 459"/>
                <a:gd name="T45" fmla="*/ 9 h 602"/>
                <a:gd name="T46" fmla="*/ 213 w 459"/>
                <a:gd name="T47" fmla="*/ 27 h 602"/>
                <a:gd name="T48" fmla="*/ 201 w 459"/>
                <a:gd name="T49" fmla="*/ 42 h 602"/>
                <a:gd name="T50" fmla="*/ 181 w 459"/>
                <a:gd name="T51" fmla="*/ 44 h 602"/>
                <a:gd name="T52" fmla="*/ 163 w 459"/>
                <a:gd name="T53" fmla="*/ 56 h 602"/>
                <a:gd name="T54" fmla="*/ 155 w 459"/>
                <a:gd name="T55" fmla="*/ 87 h 602"/>
                <a:gd name="T56" fmla="*/ 164 w 459"/>
                <a:gd name="T57" fmla="*/ 138 h 602"/>
                <a:gd name="T58" fmla="*/ 159 w 459"/>
                <a:gd name="T59" fmla="*/ 144 h 602"/>
                <a:gd name="T60" fmla="*/ 150 w 459"/>
                <a:gd name="T61" fmla="*/ 162 h 602"/>
                <a:gd name="T62" fmla="*/ 149 w 459"/>
                <a:gd name="T63" fmla="*/ 184 h 602"/>
                <a:gd name="T64" fmla="*/ 154 w 459"/>
                <a:gd name="T65" fmla="*/ 201 h 602"/>
                <a:gd name="T66" fmla="*/ 163 w 459"/>
                <a:gd name="T67" fmla="*/ 214 h 602"/>
                <a:gd name="T68" fmla="*/ 169 w 459"/>
                <a:gd name="T69" fmla="*/ 237 h 602"/>
                <a:gd name="T70" fmla="*/ 179 w 459"/>
                <a:gd name="T71" fmla="*/ 271 h 602"/>
                <a:gd name="T72" fmla="*/ 203 w 459"/>
                <a:gd name="T73" fmla="*/ 306 h 602"/>
                <a:gd name="T74" fmla="*/ 215 w 459"/>
                <a:gd name="T75" fmla="*/ 364 h 602"/>
                <a:gd name="T76" fmla="*/ 171 w 459"/>
                <a:gd name="T77" fmla="*/ 381 h 602"/>
                <a:gd name="T78" fmla="*/ 106 w 459"/>
                <a:gd name="T79" fmla="*/ 401 h 602"/>
                <a:gd name="T80" fmla="*/ 46 w 459"/>
                <a:gd name="T81" fmla="*/ 428 h 602"/>
                <a:gd name="T82" fmla="*/ 22 w 459"/>
                <a:gd name="T83" fmla="*/ 449 h 602"/>
                <a:gd name="T84" fmla="*/ 10 w 459"/>
                <a:gd name="T85" fmla="*/ 479 h 602"/>
                <a:gd name="T86" fmla="*/ 2 w 459"/>
                <a:gd name="T87" fmla="*/ 540 h 602"/>
                <a:gd name="T88" fmla="*/ 1 w 459"/>
                <a:gd name="T89" fmla="*/ 594 h 602"/>
                <a:gd name="T90" fmla="*/ 11 w 459"/>
                <a:gd name="T91" fmla="*/ 602 h 602"/>
                <a:gd name="T92" fmla="*/ 345 w 459"/>
                <a:gd name="T93" fmla="*/ 589 h 602"/>
                <a:gd name="T94" fmla="*/ 352 w 459"/>
                <a:gd name="T95" fmla="*/ 577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9" h="602">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sp>
          <p:nvSpPr>
            <p:cNvPr id="38" name="Forme libre 3674">
              <a:extLst>
                <a:ext uri="{FF2B5EF4-FFF2-40B4-BE49-F238E27FC236}">
                  <a16:creationId xmlns:a16="http://schemas.microsoft.com/office/drawing/2014/main" id="{44A4D0F8-0767-41BC-BE62-0AED99EC8B25}"/>
                </a:ext>
              </a:extLst>
            </p:cNvPr>
            <p:cNvSpPr>
              <a:spLocks noEditPoints="1"/>
            </p:cNvSpPr>
            <p:nvPr/>
          </p:nvSpPr>
          <p:spPr bwMode="auto">
            <a:xfrm>
              <a:off x="6597650" y="5497513"/>
              <a:ext cx="131762" cy="133350"/>
            </a:xfrm>
            <a:custGeom>
              <a:avLst/>
              <a:gdLst>
                <a:gd name="T0" fmla="*/ 151 w 332"/>
                <a:gd name="T1" fmla="*/ 243 h 336"/>
                <a:gd name="T2" fmla="*/ 129 w 332"/>
                <a:gd name="T3" fmla="*/ 235 h 336"/>
                <a:gd name="T4" fmla="*/ 111 w 332"/>
                <a:gd name="T5" fmla="*/ 222 h 336"/>
                <a:gd name="T6" fmla="*/ 97 w 332"/>
                <a:gd name="T7" fmla="*/ 204 h 336"/>
                <a:gd name="T8" fmla="*/ 89 w 332"/>
                <a:gd name="T9" fmla="*/ 182 h 336"/>
                <a:gd name="T10" fmla="*/ 88 w 332"/>
                <a:gd name="T11" fmla="*/ 159 h 336"/>
                <a:gd name="T12" fmla="*/ 94 w 332"/>
                <a:gd name="T13" fmla="*/ 136 h 336"/>
                <a:gd name="T14" fmla="*/ 106 w 332"/>
                <a:gd name="T15" fmla="*/ 117 h 336"/>
                <a:gd name="T16" fmla="*/ 122 w 332"/>
                <a:gd name="T17" fmla="*/ 103 h 336"/>
                <a:gd name="T18" fmla="*/ 143 w 332"/>
                <a:gd name="T19" fmla="*/ 92 h 336"/>
                <a:gd name="T20" fmla="*/ 166 w 332"/>
                <a:gd name="T21" fmla="*/ 89 h 336"/>
                <a:gd name="T22" fmla="*/ 189 w 332"/>
                <a:gd name="T23" fmla="*/ 92 h 336"/>
                <a:gd name="T24" fmla="*/ 210 w 332"/>
                <a:gd name="T25" fmla="*/ 103 h 336"/>
                <a:gd name="T26" fmla="*/ 226 w 332"/>
                <a:gd name="T27" fmla="*/ 117 h 336"/>
                <a:gd name="T28" fmla="*/ 238 w 332"/>
                <a:gd name="T29" fmla="*/ 136 h 336"/>
                <a:gd name="T30" fmla="*/ 243 w 332"/>
                <a:gd name="T31" fmla="*/ 159 h 336"/>
                <a:gd name="T32" fmla="*/ 242 w 332"/>
                <a:gd name="T33" fmla="*/ 182 h 336"/>
                <a:gd name="T34" fmla="*/ 234 w 332"/>
                <a:gd name="T35" fmla="*/ 204 h 336"/>
                <a:gd name="T36" fmla="*/ 221 w 332"/>
                <a:gd name="T37" fmla="*/ 222 h 336"/>
                <a:gd name="T38" fmla="*/ 203 w 332"/>
                <a:gd name="T39" fmla="*/ 235 h 336"/>
                <a:gd name="T40" fmla="*/ 181 w 332"/>
                <a:gd name="T41" fmla="*/ 243 h 336"/>
                <a:gd name="T42" fmla="*/ 306 w 332"/>
                <a:gd name="T43" fmla="*/ 204 h 336"/>
                <a:gd name="T44" fmla="*/ 300 w 332"/>
                <a:gd name="T45" fmla="*/ 195 h 336"/>
                <a:gd name="T46" fmla="*/ 302 w 332"/>
                <a:gd name="T47" fmla="*/ 167 h 336"/>
                <a:gd name="T48" fmla="*/ 300 w 332"/>
                <a:gd name="T49" fmla="*/ 139 h 336"/>
                <a:gd name="T50" fmla="*/ 306 w 332"/>
                <a:gd name="T51" fmla="*/ 130 h 336"/>
                <a:gd name="T52" fmla="*/ 269 w 332"/>
                <a:gd name="T53" fmla="*/ 64 h 336"/>
                <a:gd name="T54" fmla="*/ 257 w 332"/>
                <a:gd name="T55" fmla="*/ 65 h 336"/>
                <a:gd name="T56" fmla="*/ 242 w 332"/>
                <a:gd name="T57" fmla="*/ 53 h 336"/>
                <a:gd name="T58" fmla="*/ 215 w 332"/>
                <a:gd name="T59" fmla="*/ 35 h 336"/>
                <a:gd name="T60" fmla="*/ 207 w 332"/>
                <a:gd name="T61" fmla="*/ 27 h 336"/>
                <a:gd name="T62" fmla="*/ 135 w 332"/>
                <a:gd name="T63" fmla="*/ 0 h 336"/>
                <a:gd name="T64" fmla="*/ 133 w 332"/>
                <a:gd name="T65" fmla="*/ 31 h 336"/>
                <a:gd name="T66" fmla="*/ 113 w 332"/>
                <a:gd name="T67" fmla="*/ 41 h 336"/>
                <a:gd name="T68" fmla="*/ 77 w 332"/>
                <a:gd name="T69" fmla="*/ 63 h 336"/>
                <a:gd name="T70" fmla="*/ 67 w 332"/>
                <a:gd name="T71" fmla="*/ 65 h 336"/>
                <a:gd name="T72" fmla="*/ 0 w 332"/>
                <a:gd name="T73" fmla="*/ 114 h 336"/>
                <a:gd name="T74" fmla="*/ 31 w 332"/>
                <a:gd name="T75" fmla="*/ 135 h 336"/>
                <a:gd name="T76" fmla="*/ 30 w 332"/>
                <a:gd name="T77" fmla="*/ 154 h 336"/>
                <a:gd name="T78" fmla="*/ 31 w 332"/>
                <a:gd name="T79" fmla="*/ 191 h 336"/>
                <a:gd name="T80" fmla="*/ 29 w 332"/>
                <a:gd name="T81" fmla="*/ 202 h 336"/>
                <a:gd name="T82" fmla="*/ 38 w 332"/>
                <a:gd name="T83" fmla="*/ 284 h 336"/>
                <a:gd name="T84" fmla="*/ 71 w 332"/>
                <a:gd name="T85" fmla="*/ 267 h 336"/>
                <a:gd name="T86" fmla="*/ 89 w 332"/>
                <a:gd name="T87" fmla="*/ 279 h 336"/>
                <a:gd name="T88" fmla="*/ 139 w 332"/>
                <a:gd name="T89" fmla="*/ 300 h 336"/>
                <a:gd name="T90" fmla="*/ 146 w 332"/>
                <a:gd name="T91" fmla="*/ 308 h 336"/>
                <a:gd name="T92" fmla="*/ 207 w 332"/>
                <a:gd name="T93" fmla="*/ 336 h 336"/>
                <a:gd name="T94" fmla="*/ 208 w 332"/>
                <a:gd name="T95" fmla="*/ 306 h 336"/>
                <a:gd name="T96" fmla="*/ 223 w 332"/>
                <a:gd name="T97" fmla="*/ 297 h 336"/>
                <a:gd name="T98" fmla="*/ 246 w 332"/>
                <a:gd name="T99" fmla="*/ 279 h 336"/>
                <a:gd name="T100" fmla="*/ 257 w 332"/>
                <a:gd name="T101" fmla="*/ 268 h 336"/>
                <a:gd name="T102" fmla="*/ 269 w 332"/>
                <a:gd name="T103" fmla="*/ 270 h 336"/>
                <a:gd name="T104" fmla="*/ 306 w 332"/>
                <a:gd name="T105" fmla="*/ 20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2" h="336">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grpSp>
      <p:grpSp>
        <p:nvGrpSpPr>
          <p:cNvPr id="39" name="Groupe 38" descr="Icône d’engrenages ">
            <a:extLst>
              <a:ext uri="{FF2B5EF4-FFF2-40B4-BE49-F238E27FC236}">
                <a16:creationId xmlns:a16="http://schemas.microsoft.com/office/drawing/2014/main" id="{5BC0E3F0-447D-4721-AB1F-C8243BA36671}"/>
              </a:ext>
            </a:extLst>
          </p:cNvPr>
          <p:cNvGrpSpPr/>
          <p:nvPr/>
        </p:nvGrpSpPr>
        <p:grpSpPr>
          <a:xfrm>
            <a:off x="4130633" y="2991542"/>
            <a:ext cx="338166" cy="333089"/>
            <a:chOff x="7613650" y="1387475"/>
            <a:chExt cx="284163" cy="284163"/>
          </a:xfrm>
          <a:solidFill>
            <a:schemeClr val="bg1"/>
          </a:solidFill>
        </p:grpSpPr>
        <p:sp>
          <p:nvSpPr>
            <p:cNvPr id="40" name="Forme libre 4359">
              <a:extLst>
                <a:ext uri="{FF2B5EF4-FFF2-40B4-BE49-F238E27FC236}">
                  <a16:creationId xmlns:a16="http://schemas.microsoft.com/office/drawing/2014/main" id="{351831F3-9830-4A23-8B34-11A3FCCA027E}"/>
                </a:ext>
              </a:extLst>
            </p:cNvPr>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sp>
          <p:nvSpPr>
            <p:cNvPr id="41" name="Forme libre 4360">
              <a:extLst>
                <a:ext uri="{FF2B5EF4-FFF2-40B4-BE49-F238E27FC236}">
                  <a16:creationId xmlns:a16="http://schemas.microsoft.com/office/drawing/2014/main" id="{CDB8F87B-81A2-480F-ADA8-BFB5FD890ACD}"/>
                </a:ext>
              </a:extLst>
            </p:cNvPr>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grpSp>
      <p:sp>
        <p:nvSpPr>
          <p:cNvPr id="42" name="Forme libre 4346" descr="Icône de graphique en boîte à moustaches ">
            <a:extLst>
              <a:ext uri="{FF2B5EF4-FFF2-40B4-BE49-F238E27FC236}">
                <a16:creationId xmlns:a16="http://schemas.microsoft.com/office/drawing/2014/main" id="{D131817A-5B27-4718-8BAC-45C9CEDA45D9}"/>
              </a:ext>
            </a:extLst>
          </p:cNvPr>
          <p:cNvSpPr>
            <a:spLocks noEditPoints="1"/>
          </p:cNvSpPr>
          <p:nvPr/>
        </p:nvSpPr>
        <p:spPr bwMode="auto">
          <a:xfrm>
            <a:off x="4110196" y="1998493"/>
            <a:ext cx="340055" cy="334949"/>
          </a:xfrm>
          <a:custGeom>
            <a:avLst/>
            <a:gdLst>
              <a:gd name="T0" fmla="*/ 706 w 898"/>
              <a:gd name="T1" fmla="*/ 479 h 898"/>
              <a:gd name="T2" fmla="*/ 652 w 898"/>
              <a:gd name="T3" fmla="*/ 556 h 898"/>
              <a:gd name="T4" fmla="*/ 632 w 898"/>
              <a:gd name="T5" fmla="*/ 551 h 898"/>
              <a:gd name="T6" fmla="*/ 576 w 898"/>
              <a:gd name="T7" fmla="*/ 477 h 898"/>
              <a:gd name="T8" fmla="*/ 571 w 898"/>
              <a:gd name="T9" fmla="*/ 398 h 898"/>
              <a:gd name="T10" fmla="*/ 628 w 898"/>
              <a:gd name="T11" fmla="*/ 129 h 898"/>
              <a:gd name="T12" fmla="*/ 643 w 898"/>
              <a:gd name="T13" fmla="*/ 114 h 898"/>
              <a:gd name="T14" fmla="*/ 658 w 898"/>
              <a:gd name="T15" fmla="*/ 129 h 898"/>
              <a:gd name="T16" fmla="*/ 717 w 898"/>
              <a:gd name="T17" fmla="*/ 398 h 898"/>
              <a:gd name="T18" fmla="*/ 621 w 898"/>
              <a:gd name="T19" fmla="*/ 758 h 898"/>
              <a:gd name="T20" fmla="*/ 589 w 898"/>
              <a:gd name="T21" fmla="*/ 727 h 898"/>
              <a:gd name="T22" fmla="*/ 589 w 898"/>
              <a:gd name="T23" fmla="*/ 680 h 898"/>
              <a:gd name="T24" fmla="*/ 621 w 898"/>
              <a:gd name="T25" fmla="*/ 648 h 898"/>
              <a:gd name="T26" fmla="*/ 667 w 898"/>
              <a:gd name="T27" fmla="*/ 648 h 898"/>
              <a:gd name="T28" fmla="*/ 699 w 898"/>
              <a:gd name="T29" fmla="*/ 680 h 898"/>
              <a:gd name="T30" fmla="*/ 699 w 898"/>
              <a:gd name="T31" fmla="*/ 727 h 898"/>
              <a:gd name="T32" fmla="*/ 667 w 898"/>
              <a:gd name="T33" fmla="*/ 758 h 898"/>
              <a:gd name="T34" fmla="*/ 536 w 898"/>
              <a:gd name="T35" fmla="*/ 294 h 898"/>
              <a:gd name="T36" fmla="*/ 479 w 898"/>
              <a:gd name="T37" fmla="*/ 546 h 898"/>
              <a:gd name="T38" fmla="*/ 461 w 898"/>
              <a:gd name="T39" fmla="*/ 558 h 898"/>
              <a:gd name="T40" fmla="*/ 450 w 898"/>
              <a:gd name="T41" fmla="*/ 299 h 898"/>
              <a:gd name="T42" fmla="*/ 390 w 898"/>
              <a:gd name="T43" fmla="*/ 287 h 898"/>
              <a:gd name="T44" fmla="*/ 398 w 898"/>
              <a:gd name="T45" fmla="*/ 211 h 898"/>
              <a:gd name="T46" fmla="*/ 454 w 898"/>
              <a:gd name="T47" fmla="*/ 118 h 898"/>
              <a:gd name="T48" fmla="*/ 475 w 898"/>
              <a:gd name="T49" fmla="*/ 118 h 898"/>
              <a:gd name="T50" fmla="*/ 530 w 898"/>
              <a:gd name="T51" fmla="*/ 211 h 898"/>
              <a:gd name="T52" fmla="*/ 465 w 898"/>
              <a:gd name="T53" fmla="*/ 763 h 898"/>
              <a:gd name="T54" fmla="*/ 422 w 898"/>
              <a:gd name="T55" fmla="*/ 745 h 898"/>
              <a:gd name="T56" fmla="*/ 405 w 898"/>
              <a:gd name="T57" fmla="*/ 703 h 898"/>
              <a:gd name="T58" fmla="*/ 422 w 898"/>
              <a:gd name="T59" fmla="*/ 661 h 898"/>
              <a:gd name="T60" fmla="*/ 465 w 898"/>
              <a:gd name="T61" fmla="*/ 643 h 898"/>
              <a:gd name="T62" fmla="*/ 506 w 898"/>
              <a:gd name="T63" fmla="*/ 661 h 898"/>
              <a:gd name="T64" fmla="*/ 525 w 898"/>
              <a:gd name="T65" fmla="*/ 703 h 898"/>
              <a:gd name="T66" fmla="*/ 506 w 898"/>
              <a:gd name="T67" fmla="*/ 745 h 898"/>
              <a:gd name="T68" fmla="*/ 465 w 898"/>
              <a:gd name="T69" fmla="*/ 763 h 898"/>
              <a:gd name="T70" fmla="*/ 318 w 898"/>
              <a:gd name="T71" fmla="*/ 419 h 898"/>
              <a:gd name="T72" fmla="*/ 263 w 898"/>
              <a:gd name="T73" fmla="*/ 556 h 898"/>
              <a:gd name="T74" fmla="*/ 242 w 898"/>
              <a:gd name="T75" fmla="*/ 551 h 898"/>
              <a:gd name="T76" fmla="*/ 186 w 898"/>
              <a:gd name="T77" fmla="*/ 417 h 898"/>
              <a:gd name="T78" fmla="*/ 181 w 898"/>
              <a:gd name="T79" fmla="*/ 339 h 898"/>
              <a:gd name="T80" fmla="*/ 240 w 898"/>
              <a:gd name="T81" fmla="*/ 129 h 898"/>
              <a:gd name="T82" fmla="*/ 255 w 898"/>
              <a:gd name="T83" fmla="*/ 114 h 898"/>
              <a:gd name="T84" fmla="*/ 270 w 898"/>
              <a:gd name="T85" fmla="*/ 129 h 898"/>
              <a:gd name="T86" fmla="*/ 329 w 898"/>
              <a:gd name="T87" fmla="*/ 339 h 898"/>
              <a:gd name="T88" fmla="*/ 231 w 898"/>
              <a:gd name="T89" fmla="*/ 758 h 898"/>
              <a:gd name="T90" fmla="*/ 200 w 898"/>
              <a:gd name="T91" fmla="*/ 727 h 898"/>
              <a:gd name="T92" fmla="*/ 200 w 898"/>
              <a:gd name="T93" fmla="*/ 680 h 898"/>
              <a:gd name="T94" fmla="*/ 231 w 898"/>
              <a:gd name="T95" fmla="*/ 648 h 898"/>
              <a:gd name="T96" fmla="*/ 278 w 898"/>
              <a:gd name="T97" fmla="*/ 648 h 898"/>
              <a:gd name="T98" fmla="*/ 311 w 898"/>
              <a:gd name="T99" fmla="*/ 680 h 898"/>
              <a:gd name="T100" fmla="*/ 311 w 898"/>
              <a:gd name="T101" fmla="*/ 727 h 898"/>
              <a:gd name="T102" fmla="*/ 278 w 898"/>
              <a:gd name="T103" fmla="*/ 758 h 898"/>
              <a:gd name="T104" fmla="*/ 10 w 898"/>
              <a:gd name="T105" fmla="*/ 2 h 898"/>
              <a:gd name="T106" fmla="*/ 1 w 898"/>
              <a:gd name="T107" fmla="*/ 886 h 898"/>
              <a:gd name="T108" fmla="*/ 883 w 898"/>
              <a:gd name="T109" fmla="*/ 898 h 898"/>
              <a:gd name="T110" fmla="*/ 898 w 898"/>
              <a:gd name="T111" fmla="*/ 883 h 898"/>
              <a:gd name="T112" fmla="*/ 886 w 898"/>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8" h="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bg1"/>
          </a:solidFill>
          <a:ln>
            <a:noFill/>
          </a:ln>
          <a:extLst/>
        </p:spPr>
        <p:txBody>
          <a:bodyPr vert="horz" wrap="square" lIns="91440" tIns="45720" rIns="91440" bIns="45720" numCol="1" rtlCol="0" anchor="t" anchorCtr="0" compatLnSpc="1">
            <a:prstTxWarp prst="textNoShape">
              <a:avLst/>
            </a:prstTxWarp>
          </a:bodyPr>
          <a:lstStyle/>
          <a:p>
            <a:pPr rtl="0"/>
            <a:endParaRPr lang="fr-FR" dirty="0"/>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58405" y="2543459"/>
            <a:ext cx="2223262" cy="2172569"/>
          </a:xfrm>
          <a:prstGeom prst="rect">
            <a:avLst/>
          </a:prstGeom>
        </p:spPr>
      </p:pic>
      <p:sp>
        <p:nvSpPr>
          <p:cNvPr id="43" name="Forme libre 2319" descr="Icône de feuille ">
            <a:extLst>
              <a:ext uri="{FF2B5EF4-FFF2-40B4-BE49-F238E27FC236}">
                <a16:creationId xmlns:a16="http://schemas.microsoft.com/office/drawing/2014/main" id="{4C935A16-4F4C-4B17-B911-F1D554A088A8}"/>
              </a:ext>
            </a:extLst>
          </p:cNvPr>
          <p:cNvSpPr>
            <a:spLocks noEditPoints="1"/>
          </p:cNvSpPr>
          <p:nvPr/>
        </p:nvSpPr>
        <p:spPr bwMode="auto">
          <a:xfrm>
            <a:off x="5918467" y="5304440"/>
            <a:ext cx="367656" cy="434418"/>
          </a:xfrm>
          <a:custGeom>
            <a:avLst/>
            <a:gdLst>
              <a:gd name="T0" fmla="*/ 550 w 868"/>
              <a:gd name="T1" fmla="*/ 453 h 868"/>
              <a:gd name="T2" fmla="*/ 561 w 868"/>
              <a:gd name="T3" fmla="*/ 457 h 868"/>
              <a:gd name="T4" fmla="*/ 565 w 868"/>
              <a:gd name="T5" fmla="*/ 468 h 868"/>
              <a:gd name="T6" fmla="*/ 561 w 868"/>
              <a:gd name="T7" fmla="*/ 479 h 868"/>
              <a:gd name="T8" fmla="*/ 550 w 868"/>
              <a:gd name="T9" fmla="*/ 483 h 868"/>
              <a:gd name="T10" fmla="*/ 432 w 868"/>
              <a:gd name="T11" fmla="*/ 604 h 868"/>
              <a:gd name="T12" fmla="*/ 442 w 868"/>
              <a:gd name="T13" fmla="*/ 611 h 868"/>
              <a:gd name="T14" fmla="*/ 444 w 868"/>
              <a:gd name="T15" fmla="*/ 622 h 868"/>
              <a:gd name="T16" fmla="*/ 437 w 868"/>
              <a:gd name="T17" fmla="*/ 632 h 868"/>
              <a:gd name="T18" fmla="*/ 254 w 868"/>
              <a:gd name="T19" fmla="*/ 634 h 868"/>
              <a:gd name="T20" fmla="*/ 233 w 868"/>
              <a:gd name="T21" fmla="*/ 438 h 868"/>
              <a:gd name="T22" fmla="*/ 237 w 868"/>
              <a:gd name="T23" fmla="*/ 427 h 868"/>
              <a:gd name="T24" fmla="*/ 248 w 868"/>
              <a:gd name="T25" fmla="*/ 423 h 868"/>
              <a:gd name="T26" fmla="*/ 258 w 868"/>
              <a:gd name="T27" fmla="*/ 427 h 868"/>
              <a:gd name="T28" fmla="*/ 263 w 868"/>
              <a:gd name="T29" fmla="*/ 438 h 868"/>
              <a:gd name="T30" fmla="*/ 384 w 868"/>
              <a:gd name="T31" fmla="*/ 315 h 868"/>
              <a:gd name="T32" fmla="*/ 390 w 868"/>
              <a:gd name="T33" fmla="*/ 305 h 868"/>
              <a:gd name="T34" fmla="*/ 402 w 868"/>
              <a:gd name="T35" fmla="*/ 303 h 868"/>
              <a:gd name="T36" fmla="*/ 412 w 868"/>
              <a:gd name="T37" fmla="*/ 309 h 868"/>
              <a:gd name="T38" fmla="*/ 414 w 868"/>
              <a:gd name="T39" fmla="*/ 431 h 868"/>
              <a:gd name="T40" fmla="*/ 536 w 868"/>
              <a:gd name="T41" fmla="*/ 251 h 868"/>
              <a:gd name="T42" fmla="*/ 544 w 868"/>
              <a:gd name="T43" fmla="*/ 243 h 868"/>
              <a:gd name="T44" fmla="*/ 555 w 868"/>
              <a:gd name="T45" fmla="*/ 243 h 868"/>
              <a:gd name="T46" fmla="*/ 564 w 868"/>
              <a:gd name="T47" fmla="*/ 251 h 868"/>
              <a:gd name="T48" fmla="*/ 610 w 868"/>
              <a:gd name="T49" fmla="*/ 302 h 868"/>
              <a:gd name="T50" fmla="*/ 621 w 868"/>
              <a:gd name="T51" fmla="*/ 307 h 868"/>
              <a:gd name="T52" fmla="*/ 625 w 868"/>
              <a:gd name="T53" fmla="*/ 317 h 868"/>
              <a:gd name="T54" fmla="*/ 621 w 868"/>
              <a:gd name="T55" fmla="*/ 328 h 868"/>
              <a:gd name="T56" fmla="*/ 610 w 868"/>
              <a:gd name="T57" fmla="*/ 332 h 868"/>
              <a:gd name="T58" fmla="*/ 854 w 868"/>
              <a:gd name="T59" fmla="*/ 0 h 868"/>
              <a:gd name="T60" fmla="*/ 789 w 868"/>
              <a:gd name="T61" fmla="*/ 9 h 868"/>
              <a:gd name="T62" fmla="*/ 611 w 868"/>
              <a:gd name="T63" fmla="*/ 45 h 868"/>
              <a:gd name="T64" fmla="*/ 472 w 868"/>
              <a:gd name="T65" fmla="*/ 86 h 868"/>
              <a:gd name="T66" fmla="*/ 319 w 868"/>
              <a:gd name="T67" fmla="*/ 147 h 868"/>
              <a:gd name="T68" fmla="*/ 200 w 868"/>
              <a:gd name="T69" fmla="*/ 219 h 868"/>
              <a:gd name="T70" fmla="*/ 114 w 868"/>
              <a:gd name="T71" fmla="*/ 301 h 868"/>
              <a:gd name="T72" fmla="*/ 63 w 868"/>
              <a:gd name="T73" fmla="*/ 386 h 868"/>
              <a:gd name="T74" fmla="*/ 46 w 868"/>
              <a:gd name="T75" fmla="*/ 463 h 868"/>
              <a:gd name="T76" fmla="*/ 49 w 868"/>
              <a:gd name="T77" fmla="*/ 544 h 868"/>
              <a:gd name="T78" fmla="*/ 74 w 868"/>
              <a:gd name="T79" fmla="*/ 630 h 868"/>
              <a:gd name="T80" fmla="*/ 4 w 868"/>
              <a:gd name="T81" fmla="*/ 799 h 868"/>
              <a:gd name="T82" fmla="*/ 0 w 868"/>
              <a:gd name="T83" fmla="*/ 809 h 868"/>
              <a:gd name="T84" fmla="*/ 4 w 868"/>
              <a:gd name="T85" fmla="*/ 820 h 868"/>
              <a:gd name="T86" fmla="*/ 55 w 868"/>
              <a:gd name="T87" fmla="*/ 868 h 868"/>
              <a:gd name="T88" fmla="*/ 66 w 868"/>
              <a:gd name="T89" fmla="*/ 866 h 868"/>
              <a:gd name="T90" fmla="*/ 224 w 868"/>
              <a:gd name="T91" fmla="*/ 786 h 868"/>
              <a:gd name="T92" fmla="*/ 326 w 868"/>
              <a:gd name="T93" fmla="*/ 816 h 868"/>
              <a:gd name="T94" fmla="*/ 405 w 868"/>
              <a:gd name="T95" fmla="*/ 819 h 868"/>
              <a:gd name="T96" fmla="*/ 464 w 868"/>
              <a:gd name="T97" fmla="*/ 806 h 868"/>
              <a:gd name="T98" fmla="*/ 521 w 868"/>
              <a:gd name="T99" fmla="*/ 779 h 868"/>
              <a:gd name="T100" fmla="*/ 575 w 868"/>
              <a:gd name="T101" fmla="*/ 740 h 868"/>
              <a:gd name="T102" fmla="*/ 625 w 868"/>
              <a:gd name="T103" fmla="*/ 690 h 868"/>
              <a:gd name="T104" fmla="*/ 672 w 868"/>
              <a:gd name="T105" fmla="*/ 627 h 868"/>
              <a:gd name="T106" fmla="*/ 715 w 868"/>
              <a:gd name="T107" fmla="*/ 550 h 868"/>
              <a:gd name="T108" fmla="*/ 773 w 868"/>
              <a:gd name="T109" fmla="*/ 415 h 868"/>
              <a:gd name="T110" fmla="*/ 818 w 868"/>
              <a:gd name="T111" fmla="*/ 271 h 868"/>
              <a:gd name="T112" fmla="*/ 862 w 868"/>
              <a:gd name="T113" fmla="*/ 53 h 868"/>
              <a:gd name="T114" fmla="*/ 866 w 868"/>
              <a:gd name="T115" fmla="*/ 10 h 86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868" h="868">
                <a:moveTo>
                  <a:pt x="610" y="332"/>
                </a:moveTo>
                <a:lnTo>
                  <a:pt x="557" y="332"/>
                </a:lnTo>
                <a:lnTo>
                  <a:pt x="435" y="453"/>
                </a:lnTo>
                <a:lnTo>
                  <a:pt x="550" y="453"/>
                </a:lnTo>
                <a:lnTo>
                  <a:pt x="553" y="453"/>
                </a:lnTo>
                <a:lnTo>
                  <a:pt x="555" y="454"/>
                </a:lnTo>
                <a:lnTo>
                  <a:pt x="559" y="456"/>
                </a:lnTo>
                <a:lnTo>
                  <a:pt x="561" y="457"/>
                </a:lnTo>
                <a:lnTo>
                  <a:pt x="563" y="460"/>
                </a:lnTo>
                <a:lnTo>
                  <a:pt x="564" y="463"/>
                </a:lnTo>
                <a:lnTo>
                  <a:pt x="565" y="466"/>
                </a:lnTo>
                <a:lnTo>
                  <a:pt x="565" y="468"/>
                </a:lnTo>
                <a:lnTo>
                  <a:pt x="565" y="471"/>
                </a:lnTo>
                <a:lnTo>
                  <a:pt x="564" y="474"/>
                </a:lnTo>
                <a:lnTo>
                  <a:pt x="563" y="476"/>
                </a:lnTo>
                <a:lnTo>
                  <a:pt x="561" y="479"/>
                </a:lnTo>
                <a:lnTo>
                  <a:pt x="559" y="481"/>
                </a:lnTo>
                <a:lnTo>
                  <a:pt x="555" y="482"/>
                </a:lnTo>
                <a:lnTo>
                  <a:pt x="553" y="483"/>
                </a:lnTo>
                <a:lnTo>
                  <a:pt x="550" y="483"/>
                </a:lnTo>
                <a:lnTo>
                  <a:pt x="405" y="483"/>
                </a:lnTo>
                <a:lnTo>
                  <a:pt x="284" y="604"/>
                </a:lnTo>
                <a:lnTo>
                  <a:pt x="429" y="604"/>
                </a:lnTo>
                <a:lnTo>
                  <a:pt x="432" y="604"/>
                </a:lnTo>
                <a:lnTo>
                  <a:pt x="435" y="605"/>
                </a:lnTo>
                <a:lnTo>
                  <a:pt x="437" y="607"/>
                </a:lnTo>
                <a:lnTo>
                  <a:pt x="440" y="608"/>
                </a:lnTo>
                <a:lnTo>
                  <a:pt x="442" y="611"/>
                </a:lnTo>
                <a:lnTo>
                  <a:pt x="443" y="614"/>
                </a:lnTo>
                <a:lnTo>
                  <a:pt x="444" y="616"/>
                </a:lnTo>
                <a:lnTo>
                  <a:pt x="444" y="619"/>
                </a:lnTo>
                <a:lnTo>
                  <a:pt x="444" y="622"/>
                </a:lnTo>
                <a:lnTo>
                  <a:pt x="443" y="626"/>
                </a:lnTo>
                <a:lnTo>
                  <a:pt x="442" y="628"/>
                </a:lnTo>
                <a:lnTo>
                  <a:pt x="440" y="630"/>
                </a:lnTo>
                <a:lnTo>
                  <a:pt x="437" y="632"/>
                </a:lnTo>
                <a:lnTo>
                  <a:pt x="435" y="633"/>
                </a:lnTo>
                <a:lnTo>
                  <a:pt x="432" y="634"/>
                </a:lnTo>
                <a:lnTo>
                  <a:pt x="429" y="634"/>
                </a:lnTo>
                <a:lnTo>
                  <a:pt x="254" y="634"/>
                </a:lnTo>
                <a:lnTo>
                  <a:pt x="58" y="830"/>
                </a:lnTo>
                <a:lnTo>
                  <a:pt x="36" y="809"/>
                </a:lnTo>
                <a:lnTo>
                  <a:pt x="233" y="613"/>
                </a:lnTo>
                <a:lnTo>
                  <a:pt x="233" y="438"/>
                </a:lnTo>
                <a:lnTo>
                  <a:pt x="233" y="435"/>
                </a:lnTo>
                <a:lnTo>
                  <a:pt x="234" y="433"/>
                </a:lnTo>
                <a:lnTo>
                  <a:pt x="236" y="429"/>
                </a:lnTo>
                <a:lnTo>
                  <a:pt x="237" y="427"/>
                </a:lnTo>
                <a:lnTo>
                  <a:pt x="239" y="426"/>
                </a:lnTo>
                <a:lnTo>
                  <a:pt x="242" y="424"/>
                </a:lnTo>
                <a:lnTo>
                  <a:pt x="244" y="423"/>
                </a:lnTo>
                <a:lnTo>
                  <a:pt x="248" y="423"/>
                </a:lnTo>
                <a:lnTo>
                  <a:pt x="251" y="423"/>
                </a:lnTo>
                <a:lnTo>
                  <a:pt x="254" y="424"/>
                </a:lnTo>
                <a:lnTo>
                  <a:pt x="256" y="426"/>
                </a:lnTo>
                <a:lnTo>
                  <a:pt x="258" y="427"/>
                </a:lnTo>
                <a:lnTo>
                  <a:pt x="261" y="429"/>
                </a:lnTo>
                <a:lnTo>
                  <a:pt x="262" y="433"/>
                </a:lnTo>
                <a:lnTo>
                  <a:pt x="263" y="435"/>
                </a:lnTo>
                <a:lnTo>
                  <a:pt x="263" y="438"/>
                </a:lnTo>
                <a:lnTo>
                  <a:pt x="263" y="583"/>
                </a:lnTo>
                <a:lnTo>
                  <a:pt x="384" y="463"/>
                </a:lnTo>
                <a:lnTo>
                  <a:pt x="384" y="317"/>
                </a:lnTo>
                <a:lnTo>
                  <a:pt x="384" y="315"/>
                </a:lnTo>
                <a:lnTo>
                  <a:pt x="385" y="311"/>
                </a:lnTo>
                <a:lnTo>
                  <a:pt x="386" y="309"/>
                </a:lnTo>
                <a:lnTo>
                  <a:pt x="388" y="307"/>
                </a:lnTo>
                <a:lnTo>
                  <a:pt x="390" y="305"/>
                </a:lnTo>
                <a:lnTo>
                  <a:pt x="393" y="303"/>
                </a:lnTo>
                <a:lnTo>
                  <a:pt x="396" y="303"/>
                </a:lnTo>
                <a:lnTo>
                  <a:pt x="399" y="302"/>
                </a:lnTo>
                <a:lnTo>
                  <a:pt x="402" y="303"/>
                </a:lnTo>
                <a:lnTo>
                  <a:pt x="405" y="303"/>
                </a:lnTo>
                <a:lnTo>
                  <a:pt x="407" y="305"/>
                </a:lnTo>
                <a:lnTo>
                  <a:pt x="410" y="307"/>
                </a:lnTo>
                <a:lnTo>
                  <a:pt x="412" y="309"/>
                </a:lnTo>
                <a:lnTo>
                  <a:pt x="413" y="311"/>
                </a:lnTo>
                <a:lnTo>
                  <a:pt x="414" y="315"/>
                </a:lnTo>
                <a:lnTo>
                  <a:pt x="414" y="317"/>
                </a:lnTo>
                <a:lnTo>
                  <a:pt x="414" y="431"/>
                </a:lnTo>
                <a:lnTo>
                  <a:pt x="535" y="311"/>
                </a:lnTo>
                <a:lnTo>
                  <a:pt x="535" y="257"/>
                </a:lnTo>
                <a:lnTo>
                  <a:pt x="535" y="253"/>
                </a:lnTo>
                <a:lnTo>
                  <a:pt x="536" y="251"/>
                </a:lnTo>
                <a:lnTo>
                  <a:pt x="537" y="248"/>
                </a:lnTo>
                <a:lnTo>
                  <a:pt x="539" y="246"/>
                </a:lnTo>
                <a:lnTo>
                  <a:pt x="542" y="245"/>
                </a:lnTo>
                <a:lnTo>
                  <a:pt x="544" y="243"/>
                </a:lnTo>
                <a:lnTo>
                  <a:pt x="547" y="242"/>
                </a:lnTo>
                <a:lnTo>
                  <a:pt x="550" y="242"/>
                </a:lnTo>
                <a:lnTo>
                  <a:pt x="553" y="242"/>
                </a:lnTo>
                <a:lnTo>
                  <a:pt x="555" y="243"/>
                </a:lnTo>
                <a:lnTo>
                  <a:pt x="559" y="245"/>
                </a:lnTo>
                <a:lnTo>
                  <a:pt x="561" y="246"/>
                </a:lnTo>
                <a:lnTo>
                  <a:pt x="563" y="248"/>
                </a:lnTo>
                <a:lnTo>
                  <a:pt x="564" y="251"/>
                </a:lnTo>
                <a:lnTo>
                  <a:pt x="565" y="253"/>
                </a:lnTo>
                <a:lnTo>
                  <a:pt x="565" y="257"/>
                </a:lnTo>
                <a:lnTo>
                  <a:pt x="565" y="302"/>
                </a:lnTo>
                <a:lnTo>
                  <a:pt x="610" y="302"/>
                </a:lnTo>
                <a:lnTo>
                  <a:pt x="613" y="303"/>
                </a:lnTo>
                <a:lnTo>
                  <a:pt x="617" y="303"/>
                </a:lnTo>
                <a:lnTo>
                  <a:pt x="619" y="305"/>
                </a:lnTo>
                <a:lnTo>
                  <a:pt x="621" y="307"/>
                </a:lnTo>
                <a:lnTo>
                  <a:pt x="623" y="309"/>
                </a:lnTo>
                <a:lnTo>
                  <a:pt x="624" y="311"/>
                </a:lnTo>
                <a:lnTo>
                  <a:pt x="625" y="315"/>
                </a:lnTo>
                <a:lnTo>
                  <a:pt x="625" y="317"/>
                </a:lnTo>
                <a:lnTo>
                  <a:pt x="625" y="320"/>
                </a:lnTo>
                <a:lnTo>
                  <a:pt x="624" y="323"/>
                </a:lnTo>
                <a:lnTo>
                  <a:pt x="623" y="326"/>
                </a:lnTo>
                <a:lnTo>
                  <a:pt x="621" y="328"/>
                </a:lnTo>
                <a:lnTo>
                  <a:pt x="619" y="330"/>
                </a:lnTo>
                <a:lnTo>
                  <a:pt x="617" y="331"/>
                </a:lnTo>
                <a:lnTo>
                  <a:pt x="613" y="332"/>
                </a:lnTo>
                <a:lnTo>
                  <a:pt x="610" y="332"/>
                </a:lnTo>
                <a:close/>
                <a:moveTo>
                  <a:pt x="863" y="5"/>
                </a:moveTo>
                <a:lnTo>
                  <a:pt x="860" y="3"/>
                </a:lnTo>
                <a:lnTo>
                  <a:pt x="857" y="1"/>
                </a:lnTo>
                <a:lnTo>
                  <a:pt x="854" y="0"/>
                </a:lnTo>
                <a:lnTo>
                  <a:pt x="850" y="0"/>
                </a:lnTo>
                <a:lnTo>
                  <a:pt x="843" y="1"/>
                </a:lnTo>
                <a:lnTo>
                  <a:pt x="821" y="5"/>
                </a:lnTo>
                <a:lnTo>
                  <a:pt x="789" y="9"/>
                </a:lnTo>
                <a:lnTo>
                  <a:pt x="747" y="16"/>
                </a:lnTo>
                <a:lnTo>
                  <a:pt x="697" y="26"/>
                </a:lnTo>
                <a:lnTo>
                  <a:pt x="641" y="38"/>
                </a:lnTo>
                <a:lnTo>
                  <a:pt x="611" y="45"/>
                </a:lnTo>
                <a:lnTo>
                  <a:pt x="580" y="54"/>
                </a:lnTo>
                <a:lnTo>
                  <a:pt x="548" y="63"/>
                </a:lnTo>
                <a:lnTo>
                  <a:pt x="516" y="72"/>
                </a:lnTo>
                <a:lnTo>
                  <a:pt x="472" y="86"/>
                </a:lnTo>
                <a:lnTo>
                  <a:pt x="431" y="100"/>
                </a:lnTo>
                <a:lnTo>
                  <a:pt x="391" y="115"/>
                </a:lnTo>
                <a:lnTo>
                  <a:pt x="355" y="131"/>
                </a:lnTo>
                <a:lnTo>
                  <a:pt x="319" y="147"/>
                </a:lnTo>
                <a:lnTo>
                  <a:pt x="286" y="164"/>
                </a:lnTo>
                <a:lnTo>
                  <a:pt x="256" y="182"/>
                </a:lnTo>
                <a:lnTo>
                  <a:pt x="227" y="200"/>
                </a:lnTo>
                <a:lnTo>
                  <a:pt x="200" y="219"/>
                </a:lnTo>
                <a:lnTo>
                  <a:pt x="176" y="238"/>
                </a:lnTo>
                <a:lnTo>
                  <a:pt x="153" y="259"/>
                </a:lnTo>
                <a:lnTo>
                  <a:pt x="133" y="279"/>
                </a:lnTo>
                <a:lnTo>
                  <a:pt x="114" y="301"/>
                </a:lnTo>
                <a:lnTo>
                  <a:pt x="97" y="323"/>
                </a:lnTo>
                <a:lnTo>
                  <a:pt x="84" y="346"/>
                </a:lnTo>
                <a:lnTo>
                  <a:pt x="72" y="368"/>
                </a:lnTo>
                <a:lnTo>
                  <a:pt x="63" y="386"/>
                </a:lnTo>
                <a:lnTo>
                  <a:pt x="57" y="406"/>
                </a:lnTo>
                <a:lnTo>
                  <a:pt x="51" y="424"/>
                </a:lnTo>
                <a:lnTo>
                  <a:pt x="48" y="443"/>
                </a:lnTo>
                <a:lnTo>
                  <a:pt x="46" y="463"/>
                </a:lnTo>
                <a:lnTo>
                  <a:pt x="44" y="483"/>
                </a:lnTo>
                <a:lnTo>
                  <a:pt x="45" y="503"/>
                </a:lnTo>
                <a:lnTo>
                  <a:pt x="46" y="524"/>
                </a:lnTo>
                <a:lnTo>
                  <a:pt x="49" y="544"/>
                </a:lnTo>
                <a:lnTo>
                  <a:pt x="54" y="564"/>
                </a:lnTo>
                <a:lnTo>
                  <a:pt x="59" y="586"/>
                </a:lnTo>
                <a:lnTo>
                  <a:pt x="65" y="607"/>
                </a:lnTo>
                <a:lnTo>
                  <a:pt x="74" y="630"/>
                </a:lnTo>
                <a:lnTo>
                  <a:pt x="84" y="651"/>
                </a:lnTo>
                <a:lnTo>
                  <a:pt x="94" y="674"/>
                </a:lnTo>
                <a:lnTo>
                  <a:pt x="107" y="696"/>
                </a:lnTo>
                <a:lnTo>
                  <a:pt x="4" y="799"/>
                </a:lnTo>
                <a:lnTo>
                  <a:pt x="2" y="801"/>
                </a:lnTo>
                <a:lnTo>
                  <a:pt x="1" y="804"/>
                </a:lnTo>
                <a:lnTo>
                  <a:pt x="0" y="807"/>
                </a:lnTo>
                <a:lnTo>
                  <a:pt x="0" y="809"/>
                </a:lnTo>
                <a:lnTo>
                  <a:pt x="0" y="812"/>
                </a:lnTo>
                <a:lnTo>
                  <a:pt x="1" y="815"/>
                </a:lnTo>
                <a:lnTo>
                  <a:pt x="2" y="817"/>
                </a:lnTo>
                <a:lnTo>
                  <a:pt x="4" y="820"/>
                </a:lnTo>
                <a:lnTo>
                  <a:pt x="47" y="864"/>
                </a:lnTo>
                <a:lnTo>
                  <a:pt x="49" y="866"/>
                </a:lnTo>
                <a:lnTo>
                  <a:pt x="52" y="867"/>
                </a:lnTo>
                <a:lnTo>
                  <a:pt x="55" y="868"/>
                </a:lnTo>
                <a:lnTo>
                  <a:pt x="58" y="868"/>
                </a:lnTo>
                <a:lnTo>
                  <a:pt x="61" y="868"/>
                </a:lnTo>
                <a:lnTo>
                  <a:pt x="63" y="867"/>
                </a:lnTo>
                <a:lnTo>
                  <a:pt x="66" y="866"/>
                </a:lnTo>
                <a:lnTo>
                  <a:pt x="69" y="864"/>
                </a:lnTo>
                <a:lnTo>
                  <a:pt x="171" y="760"/>
                </a:lnTo>
                <a:lnTo>
                  <a:pt x="198" y="773"/>
                </a:lnTo>
                <a:lnTo>
                  <a:pt x="224" y="786"/>
                </a:lnTo>
                <a:lnTo>
                  <a:pt x="250" y="796"/>
                </a:lnTo>
                <a:lnTo>
                  <a:pt x="276" y="805"/>
                </a:lnTo>
                <a:lnTo>
                  <a:pt x="301" y="811"/>
                </a:lnTo>
                <a:lnTo>
                  <a:pt x="326" y="816"/>
                </a:lnTo>
                <a:lnTo>
                  <a:pt x="350" y="819"/>
                </a:lnTo>
                <a:lnTo>
                  <a:pt x="374" y="820"/>
                </a:lnTo>
                <a:lnTo>
                  <a:pt x="389" y="820"/>
                </a:lnTo>
                <a:lnTo>
                  <a:pt x="405" y="819"/>
                </a:lnTo>
                <a:lnTo>
                  <a:pt x="420" y="816"/>
                </a:lnTo>
                <a:lnTo>
                  <a:pt x="435" y="813"/>
                </a:lnTo>
                <a:lnTo>
                  <a:pt x="450" y="810"/>
                </a:lnTo>
                <a:lnTo>
                  <a:pt x="464" y="806"/>
                </a:lnTo>
                <a:lnTo>
                  <a:pt x="479" y="800"/>
                </a:lnTo>
                <a:lnTo>
                  <a:pt x="493" y="794"/>
                </a:lnTo>
                <a:lnTo>
                  <a:pt x="507" y="787"/>
                </a:lnTo>
                <a:lnTo>
                  <a:pt x="521" y="779"/>
                </a:lnTo>
                <a:lnTo>
                  <a:pt x="535" y="770"/>
                </a:lnTo>
                <a:lnTo>
                  <a:pt x="549" y="762"/>
                </a:lnTo>
                <a:lnTo>
                  <a:pt x="562" y="751"/>
                </a:lnTo>
                <a:lnTo>
                  <a:pt x="575" y="740"/>
                </a:lnTo>
                <a:lnTo>
                  <a:pt x="588" y="730"/>
                </a:lnTo>
                <a:lnTo>
                  <a:pt x="600" y="717"/>
                </a:lnTo>
                <a:lnTo>
                  <a:pt x="613" y="704"/>
                </a:lnTo>
                <a:lnTo>
                  <a:pt x="625" y="690"/>
                </a:lnTo>
                <a:lnTo>
                  <a:pt x="638" y="675"/>
                </a:lnTo>
                <a:lnTo>
                  <a:pt x="650" y="660"/>
                </a:lnTo>
                <a:lnTo>
                  <a:pt x="661" y="643"/>
                </a:lnTo>
                <a:lnTo>
                  <a:pt x="672" y="627"/>
                </a:lnTo>
                <a:lnTo>
                  <a:pt x="683" y="608"/>
                </a:lnTo>
                <a:lnTo>
                  <a:pt x="695" y="590"/>
                </a:lnTo>
                <a:lnTo>
                  <a:pt x="706" y="571"/>
                </a:lnTo>
                <a:lnTo>
                  <a:pt x="715" y="550"/>
                </a:lnTo>
                <a:lnTo>
                  <a:pt x="726" y="530"/>
                </a:lnTo>
                <a:lnTo>
                  <a:pt x="736" y="509"/>
                </a:lnTo>
                <a:lnTo>
                  <a:pt x="755" y="464"/>
                </a:lnTo>
                <a:lnTo>
                  <a:pt x="773" y="415"/>
                </a:lnTo>
                <a:lnTo>
                  <a:pt x="786" y="379"/>
                </a:lnTo>
                <a:lnTo>
                  <a:pt x="798" y="341"/>
                </a:lnTo>
                <a:lnTo>
                  <a:pt x="809" y="306"/>
                </a:lnTo>
                <a:lnTo>
                  <a:pt x="818" y="271"/>
                </a:lnTo>
                <a:lnTo>
                  <a:pt x="834" y="204"/>
                </a:lnTo>
                <a:lnTo>
                  <a:pt x="847" y="143"/>
                </a:lnTo>
                <a:lnTo>
                  <a:pt x="856" y="93"/>
                </a:lnTo>
                <a:lnTo>
                  <a:pt x="862" y="53"/>
                </a:lnTo>
                <a:lnTo>
                  <a:pt x="865" y="26"/>
                </a:lnTo>
                <a:lnTo>
                  <a:pt x="868" y="16"/>
                </a:lnTo>
                <a:lnTo>
                  <a:pt x="868" y="13"/>
                </a:lnTo>
                <a:lnTo>
                  <a:pt x="866" y="10"/>
                </a:lnTo>
                <a:lnTo>
                  <a:pt x="865" y="7"/>
                </a:lnTo>
                <a:lnTo>
                  <a:pt x="863" y="5"/>
                </a:lnTo>
                <a:close/>
              </a:path>
            </a:pathLst>
          </a:custGeom>
          <a:solidFill>
            <a:schemeClr val="bg1"/>
          </a:solidFill>
          <a:ln>
            <a:noFill/>
          </a:ln>
          <a:extLst/>
        </p:spPr>
        <p:txBody>
          <a:bodyPr vert="horz" wrap="square" lIns="91440" tIns="45720" rIns="91440" bIns="45720" numCol="1" rtlCol="0" anchor="t" anchorCtr="0" compatLnSpc="1">
            <a:prstTxWarp prst="textNoShape">
              <a:avLst/>
            </a:prstTxWarp>
          </a:bodyPr>
          <a:lstStyle/>
          <a:p>
            <a:pPr rtl="0"/>
            <a:endParaRPr lang="fr-FR" dirty="0"/>
          </a:p>
        </p:txBody>
      </p:sp>
      <p:sp>
        <p:nvSpPr>
          <p:cNvPr id="3" name="Espace réservé du numéro de diapositive 2"/>
          <p:cNvSpPr>
            <a:spLocks noGrp="1"/>
          </p:cNvSpPr>
          <p:nvPr>
            <p:ph type="sldNum" sz="quarter" idx="12"/>
          </p:nvPr>
        </p:nvSpPr>
        <p:spPr/>
        <p:txBody>
          <a:bodyPr/>
          <a:lstStyle/>
          <a:p>
            <a:pPr rtl="0"/>
            <a:fld id="{06FEDF93-2BFD-41CA-ABC7-B039102F3792}" type="slidenum">
              <a:rPr lang="fr-FR" b="1" noProof="0" smtClean="0">
                <a:solidFill>
                  <a:schemeClr val="tx1"/>
                </a:solidFill>
              </a:rPr>
              <a:t>2</a:t>
            </a:fld>
            <a:endParaRPr lang="fr-FR" b="1" noProof="0" dirty="0">
              <a:solidFill>
                <a:schemeClr val="tx1"/>
              </a:solidFill>
            </a:endParaRPr>
          </a:p>
        </p:txBody>
      </p:sp>
      <p:sp>
        <p:nvSpPr>
          <p:cNvPr id="44" name="Rectangle : Coins arrondis 26">
            <a:extLst>
              <a:ext uri="{FF2B5EF4-FFF2-40B4-BE49-F238E27FC236}">
                <a16:creationId xmlns:a16="http://schemas.microsoft.com/office/drawing/2014/main" id="{71BB375D-5EE6-4428-9817-2C7DB6B94332}"/>
              </a:ext>
              <a:ext uri="{C183D7F6-B498-43B3-948B-1728B52AA6E4}">
                <adec:decorative xmlns="" xmlns:adec="http://schemas.microsoft.com/office/drawing/2017/decorative" val="1"/>
              </a:ext>
            </a:extLst>
          </p:cNvPr>
          <p:cNvSpPr/>
          <p:nvPr/>
        </p:nvSpPr>
        <p:spPr>
          <a:xfrm>
            <a:off x="981076" y="3971455"/>
            <a:ext cx="3600400" cy="717834"/>
          </a:xfrm>
          <a:prstGeom prst="roundRect">
            <a:avLst>
              <a:gd name="adj" fmla="val 5000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000" b="1" dirty="0" smtClean="0">
                <a:solidFill>
                  <a:schemeClr val="tx1"/>
                </a:solidFill>
              </a:rPr>
              <a:t>DIAGRAMMES</a:t>
            </a:r>
            <a:endParaRPr lang="fr-FR" sz="2000" b="1" dirty="0">
              <a:solidFill>
                <a:schemeClr val="tx1"/>
              </a:solidFill>
            </a:endParaRPr>
          </a:p>
        </p:txBody>
      </p:sp>
      <p:sp>
        <p:nvSpPr>
          <p:cNvPr id="45" name="Ovale 27">
            <a:extLst>
              <a:ext uri="{FF2B5EF4-FFF2-40B4-BE49-F238E27FC236}">
                <a16:creationId xmlns:a16="http://schemas.microsoft.com/office/drawing/2014/main" id="{B3A511B7-C7F3-4107-9962-1E10D2E087DD}"/>
              </a:ext>
              <a:ext uri="{C183D7F6-B498-43B3-948B-1728B52AA6E4}">
                <adec:decorative xmlns="" xmlns:adec="http://schemas.microsoft.com/office/drawing/2017/decorative" val="1"/>
              </a:ext>
            </a:extLst>
          </p:cNvPr>
          <p:cNvSpPr/>
          <p:nvPr/>
        </p:nvSpPr>
        <p:spPr>
          <a:xfrm>
            <a:off x="3813175" y="3852043"/>
            <a:ext cx="924301" cy="91042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48" name="Forme libre 4346" descr="Icône de graphique en boîte à moustaches ">
            <a:extLst>
              <a:ext uri="{FF2B5EF4-FFF2-40B4-BE49-F238E27FC236}">
                <a16:creationId xmlns:a16="http://schemas.microsoft.com/office/drawing/2014/main" id="{D131817A-5B27-4718-8BAC-45C9CEDA45D9}"/>
              </a:ext>
            </a:extLst>
          </p:cNvPr>
          <p:cNvSpPr>
            <a:spLocks noEditPoints="1"/>
          </p:cNvSpPr>
          <p:nvPr/>
        </p:nvSpPr>
        <p:spPr bwMode="auto">
          <a:xfrm>
            <a:off x="4126399" y="4162897"/>
            <a:ext cx="340055" cy="334949"/>
          </a:xfrm>
          <a:custGeom>
            <a:avLst/>
            <a:gdLst>
              <a:gd name="T0" fmla="*/ 706 w 898"/>
              <a:gd name="T1" fmla="*/ 479 h 898"/>
              <a:gd name="T2" fmla="*/ 652 w 898"/>
              <a:gd name="T3" fmla="*/ 556 h 898"/>
              <a:gd name="T4" fmla="*/ 632 w 898"/>
              <a:gd name="T5" fmla="*/ 551 h 898"/>
              <a:gd name="T6" fmla="*/ 576 w 898"/>
              <a:gd name="T7" fmla="*/ 477 h 898"/>
              <a:gd name="T8" fmla="*/ 571 w 898"/>
              <a:gd name="T9" fmla="*/ 398 h 898"/>
              <a:gd name="T10" fmla="*/ 628 w 898"/>
              <a:gd name="T11" fmla="*/ 129 h 898"/>
              <a:gd name="T12" fmla="*/ 643 w 898"/>
              <a:gd name="T13" fmla="*/ 114 h 898"/>
              <a:gd name="T14" fmla="*/ 658 w 898"/>
              <a:gd name="T15" fmla="*/ 129 h 898"/>
              <a:gd name="T16" fmla="*/ 717 w 898"/>
              <a:gd name="T17" fmla="*/ 398 h 898"/>
              <a:gd name="T18" fmla="*/ 621 w 898"/>
              <a:gd name="T19" fmla="*/ 758 h 898"/>
              <a:gd name="T20" fmla="*/ 589 w 898"/>
              <a:gd name="T21" fmla="*/ 727 h 898"/>
              <a:gd name="T22" fmla="*/ 589 w 898"/>
              <a:gd name="T23" fmla="*/ 680 h 898"/>
              <a:gd name="T24" fmla="*/ 621 w 898"/>
              <a:gd name="T25" fmla="*/ 648 h 898"/>
              <a:gd name="T26" fmla="*/ 667 w 898"/>
              <a:gd name="T27" fmla="*/ 648 h 898"/>
              <a:gd name="T28" fmla="*/ 699 w 898"/>
              <a:gd name="T29" fmla="*/ 680 h 898"/>
              <a:gd name="T30" fmla="*/ 699 w 898"/>
              <a:gd name="T31" fmla="*/ 727 h 898"/>
              <a:gd name="T32" fmla="*/ 667 w 898"/>
              <a:gd name="T33" fmla="*/ 758 h 898"/>
              <a:gd name="T34" fmla="*/ 536 w 898"/>
              <a:gd name="T35" fmla="*/ 294 h 898"/>
              <a:gd name="T36" fmla="*/ 479 w 898"/>
              <a:gd name="T37" fmla="*/ 546 h 898"/>
              <a:gd name="T38" fmla="*/ 461 w 898"/>
              <a:gd name="T39" fmla="*/ 558 h 898"/>
              <a:gd name="T40" fmla="*/ 450 w 898"/>
              <a:gd name="T41" fmla="*/ 299 h 898"/>
              <a:gd name="T42" fmla="*/ 390 w 898"/>
              <a:gd name="T43" fmla="*/ 287 h 898"/>
              <a:gd name="T44" fmla="*/ 398 w 898"/>
              <a:gd name="T45" fmla="*/ 211 h 898"/>
              <a:gd name="T46" fmla="*/ 454 w 898"/>
              <a:gd name="T47" fmla="*/ 118 h 898"/>
              <a:gd name="T48" fmla="*/ 475 w 898"/>
              <a:gd name="T49" fmla="*/ 118 h 898"/>
              <a:gd name="T50" fmla="*/ 530 w 898"/>
              <a:gd name="T51" fmla="*/ 211 h 898"/>
              <a:gd name="T52" fmla="*/ 465 w 898"/>
              <a:gd name="T53" fmla="*/ 763 h 898"/>
              <a:gd name="T54" fmla="*/ 422 w 898"/>
              <a:gd name="T55" fmla="*/ 745 h 898"/>
              <a:gd name="T56" fmla="*/ 405 w 898"/>
              <a:gd name="T57" fmla="*/ 703 h 898"/>
              <a:gd name="T58" fmla="*/ 422 w 898"/>
              <a:gd name="T59" fmla="*/ 661 h 898"/>
              <a:gd name="T60" fmla="*/ 465 w 898"/>
              <a:gd name="T61" fmla="*/ 643 h 898"/>
              <a:gd name="T62" fmla="*/ 506 w 898"/>
              <a:gd name="T63" fmla="*/ 661 h 898"/>
              <a:gd name="T64" fmla="*/ 525 w 898"/>
              <a:gd name="T65" fmla="*/ 703 h 898"/>
              <a:gd name="T66" fmla="*/ 506 w 898"/>
              <a:gd name="T67" fmla="*/ 745 h 898"/>
              <a:gd name="T68" fmla="*/ 465 w 898"/>
              <a:gd name="T69" fmla="*/ 763 h 898"/>
              <a:gd name="T70" fmla="*/ 318 w 898"/>
              <a:gd name="T71" fmla="*/ 419 h 898"/>
              <a:gd name="T72" fmla="*/ 263 w 898"/>
              <a:gd name="T73" fmla="*/ 556 h 898"/>
              <a:gd name="T74" fmla="*/ 242 w 898"/>
              <a:gd name="T75" fmla="*/ 551 h 898"/>
              <a:gd name="T76" fmla="*/ 186 w 898"/>
              <a:gd name="T77" fmla="*/ 417 h 898"/>
              <a:gd name="T78" fmla="*/ 181 w 898"/>
              <a:gd name="T79" fmla="*/ 339 h 898"/>
              <a:gd name="T80" fmla="*/ 240 w 898"/>
              <a:gd name="T81" fmla="*/ 129 h 898"/>
              <a:gd name="T82" fmla="*/ 255 w 898"/>
              <a:gd name="T83" fmla="*/ 114 h 898"/>
              <a:gd name="T84" fmla="*/ 270 w 898"/>
              <a:gd name="T85" fmla="*/ 129 h 898"/>
              <a:gd name="T86" fmla="*/ 329 w 898"/>
              <a:gd name="T87" fmla="*/ 339 h 898"/>
              <a:gd name="T88" fmla="*/ 231 w 898"/>
              <a:gd name="T89" fmla="*/ 758 h 898"/>
              <a:gd name="T90" fmla="*/ 200 w 898"/>
              <a:gd name="T91" fmla="*/ 727 h 898"/>
              <a:gd name="T92" fmla="*/ 200 w 898"/>
              <a:gd name="T93" fmla="*/ 680 h 898"/>
              <a:gd name="T94" fmla="*/ 231 w 898"/>
              <a:gd name="T95" fmla="*/ 648 h 898"/>
              <a:gd name="T96" fmla="*/ 278 w 898"/>
              <a:gd name="T97" fmla="*/ 648 h 898"/>
              <a:gd name="T98" fmla="*/ 311 w 898"/>
              <a:gd name="T99" fmla="*/ 680 h 898"/>
              <a:gd name="T100" fmla="*/ 311 w 898"/>
              <a:gd name="T101" fmla="*/ 727 h 898"/>
              <a:gd name="T102" fmla="*/ 278 w 898"/>
              <a:gd name="T103" fmla="*/ 758 h 898"/>
              <a:gd name="T104" fmla="*/ 10 w 898"/>
              <a:gd name="T105" fmla="*/ 2 h 898"/>
              <a:gd name="T106" fmla="*/ 1 w 898"/>
              <a:gd name="T107" fmla="*/ 886 h 898"/>
              <a:gd name="T108" fmla="*/ 883 w 898"/>
              <a:gd name="T109" fmla="*/ 898 h 898"/>
              <a:gd name="T110" fmla="*/ 898 w 898"/>
              <a:gd name="T111" fmla="*/ 883 h 898"/>
              <a:gd name="T112" fmla="*/ 886 w 898"/>
              <a:gd name="T113" fmla="*/ 0 h 89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Lst>
            <a:rect l="0" t="0" r="r" b="b"/>
            <a:pathLst>
              <a:path w="898" h="898">
                <a:moveTo>
                  <a:pt x="718" y="464"/>
                </a:moveTo>
                <a:lnTo>
                  <a:pt x="718" y="467"/>
                </a:lnTo>
                <a:lnTo>
                  <a:pt x="717" y="470"/>
                </a:lnTo>
                <a:lnTo>
                  <a:pt x="716" y="472"/>
                </a:lnTo>
                <a:lnTo>
                  <a:pt x="714" y="474"/>
                </a:lnTo>
                <a:lnTo>
                  <a:pt x="712" y="477"/>
                </a:lnTo>
                <a:lnTo>
                  <a:pt x="710" y="478"/>
                </a:lnTo>
                <a:lnTo>
                  <a:pt x="706" y="479"/>
                </a:lnTo>
                <a:lnTo>
                  <a:pt x="703" y="479"/>
                </a:lnTo>
                <a:lnTo>
                  <a:pt x="658" y="479"/>
                </a:lnTo>
                <a:lnTo>
                  <a:pt x="658" y="543"/>
                </a:lnTo>
                <a:lnTo>
                  <a:pt x="658" y="546"/>
                </a:lnTo>
                <a:lnTo>
                  <a:pt x="657" y="549"/>
                </a:lnTo>
                <a:lnTo>
                  <a:pt x="656" y="551"/>
                </a:lnTo>
                <a:lnTo>
                  <a:pt x="654" y="554"/>
                </a:lnTo>
                <a:lnTo>
                  <a:pt x="652" y="556"/>
                </a:lnTo>
                <a:lnTo>
                  <a:pt x="650" y="557"/>
                </a:lnTo>
                <a:lnTo>
                  <a:pt x="647" y="558"/>
                </a:lnTo>
                <a:lnTo>
                  <a:pt x="643" y="558"/>
                </a:lnTo>
                <a:lnTo>
                  <a:pt x="641" y="558"/>
                </a:lnTo>
                <a:lnTo>
                  <a:pt x="638" y="557"/>
                </a:lnTo>
                <a:lnTo>
                  <a:pt x="636" y="556"/>
                </a:lnTo>
                <a:lnTo>
                  <a:pt x="634" y="554"/>
                </a:lnTo>
                <a:lnTo>
                  <a:pt x="632" y="551"/>
                </a:lnTo>
                <a:lnTo>
                  <a:pt x="631" y="549"/>
                </a:lnTo>
                <a:lnTo>
                  <a:pt x="629" y="546"/>
                </a:lnTo>
                <a:lnTo>
                  <a:pt x="628" y="543"/>
                </a:lnTo>
                <a:lnTo>
                  <a:pt x="628" y="479"/>
                </a:lnTo>
                <a:lnTo>
                  <a:pt x="583" y="479"/>
                </a:lnTo>
                <a:lnTo>
                  <a:pt x="581" y="479"/>
                </a:lnTo>
                <a:lnTo>
                  <a:pt x="578" y="478"/>
                </a:lnTo>
                <a:lnTo>
                  <a:pt x="576" y="477"/>
                </a:lnTo>
                <a:lnTo>
                  <a:pt x="574" y="474"/>
                </a:lnTo>
                <a:lnTo>
                  <a:pt x="572" y="472"/>
                </a:lnTo>
                <a:lnTo>
                  <a:pt x="571" y="470"/>
                </a:lnTo>
                <a:lnTo>
                  <a:pt x="570" y="467"/>
                </a:lnTo>
                <a:lnTo>
                  <a:pt x="570" y="464"/>
                </a:lnTo>
                <a:lnTo>
                  <a:pt x="570" y="404"/>
                </a:lnTo>
                <a:lnTo>
                  <a:pt x="570" y="402"/>
                </a:lnTo>
                <a:lnTo>
                  <a:pt x="571" y="398"/>
                </a:lnTo>
                <a:lnTo>
                  <a:pt x="572" y="396"/>
                </a:lnTo>
                <a:lnTo>
                  <a:pt x="574" y="394"/>
                </a:lnTo>
                <a:lnTo>
                  <a:pt x="576" y="392"/>
                </a:lnTo>
                <a:lnTo>
                  <a:pt x="578" y="391"/>
                </a:lnTo>
                <a:lnTo>
                  <a:pt x="581" y="390"/>
                </a:lnTo>
                <a:lnTo>
                  <a:pt x="583" y="389"/>
                </a:lnTo>
                <a:lnTo>
                  <a:pt x="628" y="389"/>
                </a:lnTo>
                <a:lnTo>
                  <a:pt x="628" y="129"/>
                </a:lnTo>
                <a:lnTo>
                  <a:pt x="629" y="126"/>
                </a:lnTo>
                <a:lnTo>
                  <a:pt x="631" y="123"/>
                </a:lnTo>
                <a:lnTo>
                  <a:pt x="632" y="121"/>
                </a:lnTo>
                <a:lnTo>
                  <a:pt x="634" y="118"/>
                </a:lnTo>
                <a:lnTo>
                  <a:pt x="636" y="117"/>
                </a:lnTo>
                <a:lnTo>
                  <a:pt x="638" y="115"/>
                </a:lnTo>
                <a:lnTo>
                  <a:pt x="641" y="114"/>
                </a:lnTo>
                <a:lnTo>
                  <a:pt x="643" y="114"/>
                </a:lnTo>
                <a:lnTo>
                  <a:pt x="647" y="114"/>
                </a:lnTo>
                <a:lnTo>
                  <a:pt x="650" y="115"/>
                </a:lnTo>
                <a:lnTo>
                  <a:pt x="652" y="117"/>
                </a:lnTo>
                <a:lnTo>
                  <a:pt x="654" y="118"/>
                </a:lnTo>
                <a:lnTo>
                  <a:pt x="656" y="121"/>
                </a:lnTo>
                <a:lnTo>
                  <a:pt x="657" y="123"/>
                </a:lnTo>
                <a:lnTo>
                  <a:pt x="658" y="127"/>
                </a:lnTo>
                <a:lnTo>
                  <a:pt x="658" y="129"/>
                </a:lnTo>
                <a:lnTo>
                  <a:pt x="658" y="389"/>
                </a:lnTo>
                <a:lnTo>
                  <a:pt x="703" y="389"/>
                </a:lnTo>
                <a:lnTo>
                  <a:pt x="706" y="390"/>
                </a:lnTo>
                <a:lnTo>
                  <a:pt x="710" y="391"/>
                </a:lnTo>
                <a:lnTo>
                  <a:pt x="712" y="392"/>
                </a:lnTo>
                <a:lnTo>
                  <a:pt x="714" y="394"/>
                </a:lnTo>
                <a:lnTo>
                  <a:pt x="716" y="396"/>
                </a:lnTo>
                <a:lnTo>
                  <a:pt x="717" y="398"/>
                </a:lnTo>
                <a:lnTo>
                  <a:pt x="718" y="402"/>
                </a:lnTo>
                <a:lnTo>
                  <a:pt x="718" y="404"/>
                </a:lnTo>
                <a:lnTo>
                  <a:pt x="718" y="464"/>
                </a:lnTo>
                <a:close/>
                <a:moveTo>
                  <a:pt x="643" y="763"/>
                </a:moveTo>
                <a:lnTo>
                  <a:pt x="638" y="762"/>
                </a:lnTo>
                <a:lnTo>
                  <a:pt x="632" y="762"/>
                </a:lnTo>
                <a:lnTo>
                  <a:pt x="626" y="760"/>
                </a:lnTo>
                <a:lnTo>
                  <a:pt x="621" y="758"/>
                </a:lnTo>
                <a:lnTo>
                  <a:pt x="616" y="756"/>
                </a:lnTo>
                <a:lnTo>
                  <a:pt x="610" y="753"/>
                </a:lnTo>
                <a:lnTo>
                  <a:pt x="606" y="749"/>
                </a:lnTo>
                <a:lnTo>
                  <a:pt x="602" y="745"/>
                </a:lnTo>
                <a:lnTo>
                  <a:pt x="597" y="741"/>
                </a:lnTo>
                <a:lnTo>
                  <a:pt x="594" y="737"/>
                </a:lnTo>
                <a:lnTo>
                  <a:pt x="591" y="731"/>
                </a:lnTo>
                <a:lnTo>
                  <a:pt x="589" y="727"/>
                </a:lnTo>
                <a:lnTo>
                  <a:pt x="587" y="720"/>
                </a:lnTo>
                <a:lnTo>
                  <a:pt x="586" y="715"/>
                </a:lnTo>
                <a:lnTo>
                  <a:pt x="584" y="710"/>
                </a:lnTo>
                <a:lnTo>
                  <a:pt x="583" y="703"/>
                </a:lnTo>
                <a:lnTo>
                  <a:pt x="584" y="697"/>
                </a:lnTo>
                <a:lnTo>
                  <a:pt x="586" y="692"/>
                </a:lnTo>
                <a:lnTo>
                  <a:pt x="587" y="685"/>
                </a:lnTo>
                <a:lnTo>
                  <a:pt x="589" y="680"/>
                </a:lnTo>
                <a:lnTo>
                  <a:pt x="591" y="674"/>
                </a:lnTo>
                <a:lnTo>
                  <a:pt x="594" y="670"/>
                </a:lnTo>
                <a:lnTo>
                  <a:pt x="597" y="665"/>
                </a:lnTo>
                <a:lnTo>
                  <a:pt x="602" y="661"/>
                </a:lnTo>
                <a:lnTo>
                  <a:pt x="606" y="657"/>
                </a:lnTo>
                <a:lnTo>
                  <a:pt x="610" y="653"/>
                </a:lnTo>
                <a:lnTo>
                  <a:pt x="616" y="651"/>
                </a:lnTo>
                <a:lnTo>
                  <a:pt x="621" y="648"/>
                </a:lnTo>
                <a:lnTo>
                  <a:pt x="626" y="646"/>
                </a:lnTo>
                <a:lnTo>
                  <a:pt x="632" y="645"/>
                </a:lnTo>
                <a:lnTo>
                  <a:pt x="638" y="643"/>
                </a:lnTo>
                <a:lnTo>
                  <a:pt x="643" y="643"/>
                </a:lnTo>
                <a:lnTo>
                  <a:pt x="650" y="643"/>
                </a:lnTo>
                <a:lnTo>
                  <a:pt x="656" y="645"/>
                </a:lnTo>
                <a:lnTo>
                  <a:pt x="662" y="646"/>
                </a:lnTo>
                <a:lnTo>
                  <a:pt x="667" y="648"/>
                </a:lnTo>
                <a:lnTo>
                  <a:pt x="672" y="651"/>
                </a:lnTo>
                <a:lnTo>
                  <a:pt x="678" y="653"/>
                </a:lnTo>
                <a:lnTo>
                  <a:pt x="682" y="657"/>
                </a:lnTo>
                <a:lnTo>
                  <a:pt x="686" y="661"/>
                </a:lnTo>
                <a:lnTo>
                  <a:pt x="690" y="665"/>
                </a:lnTo>
                <a:lnTo>
                  <a:pt x="694" y="670"/>
                </a:lnTo>
                <a:lnTo>
                  <a:pt x="697" y="674"/>
                </a:lnTo>
                <a:lnTo>
                  <a:pt x="699" y="680"/>
                </a:lnTo>
                <a:lnTo>
                  <a:pt x="701" y="685"/>
                </a:lnTo>
                <a:lnTo>
                  <a:pt x="702" y="692"/>
                </a:lnTo>
                <a:lnTo>
                  <a:pt x="703" y="697"/>
                </a:lnTo>
                <a:lnTo>
                  <a:pt x="703" y="703"/>
                </a:lnTo>
                <a:lnTo>
                  <a:pt x="703" y="710"/>
                </a:lnTo>
                <a:lnTo>
                  <a:pt x="702" y="715"/>
                </a:lnTo>
                <a:lnTo>
                  <a:pt x="701" y="720"/>
                </a:lnTo>
                <a:lnTo>
                  <a:pt x="699" y="727"/>
                </a:lnTo>
                <a:lnTo>
                  <a:pt x="697" y="731"/>
                </a:lnTo>
                <a:lnTo>
                  <a:pt x="694" y="737"/>
                </a:lnTo>
                <a:lnTo>
                  <a:pt x="690" y="741"/>
                </a:lnTo>
                <a:lnTo>
                  <a:pt x="686" y="745"/>
                </a:lnTo>
                <a:lnTo>
                  <a:pt x="682" y="749"/>
                </a:lnTo>
                <a:lnTo>
                  <a:pt x="678" y="753"/>
                </a:lnTo>
                <a:lnTo>
                  <a:pt x="672" y="756"/>
                </a:lnTo>
                <a:lnTo>
                  <a:pt x="667" y="758"/>
                </a:lnTo>
                <a:lnTo>
                  <a:pt x="662" y="760"/>
                </a:lnTo>
                <a:lnTo>
                  <a:pt x="656" y="762"/>
                </a:lnTo>
                <a:lnTo>
                  <a:pt x="650" y="762"/>
                </a:lnTo>
                <a:lnTo>
                  <a:pt x="643" y="763"/>
                </a:lnTo>
                <a:close/>
                <a:moveTo>
                  <a:pt x="540" y="284"/>
                </a:moveTo>
                <a:lnTo>
                  <a:pt x="538" y="287"/>
                </a:lnTo>
                <a:lnTo>
                  <a:pt x="537" y="290"/>
                </a:lnTo>
                <a:lnTo>
                  <a:pt x="536" y="294"/>
                </a:lnTo>
                <a:lnTo>
                  <a:pt x="534" y="296"/>
                </a:lnTo>
                <a:lnTo>
                  <a:pt x="532" y="297"/>
                </a:lnTo>
                <a:lnTo>
                  <a:pt x="530" y="298"/>
                </a:lnTo>
                <a:lnTo>
                  <a:pt x="527" y="299"/>
                </a:lnTo>
                <a:lnTo>
                  <a:pt x="525" y="299"/>
                </a:lnTo>
                <a:lnTo>
                  <a:pt x="480" y="299"/>
                </a:lnTo>
                <a:lnTo>
                  <a:pt x="480" y="543"/>
                </a:lnTo>
                <a:lnTo>
                  <a:pt x="479" y="546"/>
                </a:lnTo>
                <a:lnTo>
                  <a:pt x="479" y="549"/>
                </a:lnTo>
                <a:lnTo>
                  <a:pt x="476" y="551"/>
                </a:lnTo>
                <a:lnTo>
                  <a:pt x="475" y="554"/>
                </a:lnTo>
                <a:lnTo>
                  <a:pt x="472" y="556"/>
                </a:lnTo>
                <a:lnTo>
                  <a:pt x="470" y="557"/>
                </a:lnTo>
                <a:lnTo>
                  <a:pt x="467" y="558"/>
                </a:lnTo>
                <a:lnTo>
                  <a:pt x="465" y="558"/>
                </a:lnTo>
                <a:lnTo>
                  <a:pt x="461" y="558"/>
                </a:lnTo>
                <a:lnTo>
                  <a:pt x="458" y="557"/>
                </a:lnTo>
                <a:lnTo>
                  <a:pt x="456" y="556"/>
                </a:lnTo>
                <a:lnTo>
                  <a:pt x="454" y="554"/>
                </a:lnTo>
                <a:lnTo>
                  <a:pt x="452" y="551"/>
                </a:lnTo>
                <a:lnTo>
                  <a:pt x="451" y="549"/>
                </a:lnTo>
                <a:lnTo>
                  <a:pt x="450" y="546"/>
                </a:lnTo>
                <a:lnTo>
                  <a:pt x="450" y="543"/>
                </a:lnTo>
                <a:lnTo>
                  <a:pt x="450" y="299"/>
                </a:lnTo>
                <a:lnTo>
                  <a:pt x="405" y="299"/>
                </a:lnTo>
                <a:lnTo>
                  <a:pt x="402" y="299"/>
                </a:lnTo>
                <a:lnTo>
                  <a:pt x="398" y="298"/>
                </a:lnTo>
                <a:lnTo>
                  <a:pt x="396" y="297"/>
                </a:lnTo>
                <a:lnTo>
                  <a:pt x="394" y="296"/>
                </a:lnTo>
                <a:lnTo>
                  <a:pt x="392" y="294"/>
                </a:lnTo>
                <a:lnTo>
                  <a:pt x="391" y="290"/>
                </a:lnTo>
                <a:lnTo>
                  <a:pt x="390" y="287"/>
                </a:lnTo>
                <a:lnTo>
                  <a:pt x="390" y="284"/>
                </a:lnTo>
                <a:lnTo>
                  <a:pt x="390" y="225"/>
                </a:lnTo>
                <a:lnTo>
                  <a:pt x="390" y="222"/>
                </a:lnTo>
                <a:lnTo>
                  <a:pt x="391" y="219"/>
                </a:lnTo>
                <a:lnTo>
                  <a:pt x="392" y="217"/>
                </a:lnTo>
                <a:lnTo>
                  <a:pt x="394" y="214"/>
                </a:lnTo>
                <a:lnTo>
                  <a:pt x="396" y="212"/>
                </a:lnTo>
                <a:lnTo>
                  <a:pt x="398" y="211"/>
                </a:lnTo>
                <a:lnTo>
                  <a:pt x="402" y="210"/>
                </a:lnTo>
                <a:lnTo>
                  <a:pt x="405" y="210"/>
                </a:lnTo>
                <a:lnTo>
                  <a:pt x="450" y="210"/>
                </a:lnTo>
                <a:lnTo>
                  <a:pt x="450" y="129"/>
                </a:lnTo>
                <a:lnTo>
                  <a:pt x="450" y="126"/>
                </a:lnTo>
                <a:lnTo>
                  <a:pt x="451" y="123"/>
                </a:lnTo>
                <a:lnTo>
                  <a:pt x="452" y="121"/>
                </a:lnTo>
                <a:lnTo>
                  <a:pt x="454" y="118"/>
                </a:lnTo>
                <a:lnTo>
                  <a:pt x="456" y="117"/>
                </a:lnTo>
                <a:lnTo>
                  <a:pt x="458" y="115"/>
                </a:lnTo>
                <a:lnTo>
                  <a:pt x="461" y="114"/>
                </a:lnTo>
                <a:lnTo>
                  <a:pt x="465" y="114"/>
                </a:lnTo>
                <a:lnTo>
                  <a:pt x="467" y="114"/>
                </a:lnTo>
                <a:lnTo>
                  <a:pt x="470" y="115"/>
                </a:lnTo>
                <a:lnTo>
                  <a:pt x="472" y="117"/>
                </a:lnTo>
                <a:lnTo>
                  <a:pt x="475" y="118"/>
                </a:lnTo>
                <a:lnTo>
                  <a:pt x="476" y="121"/>
                </a:lnTo>
                <a:lnTo>
                  <a:pt x="479" y="123"/>
                </a:lnTo>
                <a:lnTo>
                  <a:pt x="479" y="127"/>
                </a:lnTo>
                <a:lnTo>
                  <a:pt x="480" y="129"/>
                </a:lnTo>
                <a:lnTo>
                  <a:pt x="480" y="210"/>
                </a:lnTo>
                <a:lnTo>
                  <a:pt x="525" y="210"/>
                </a:lnTo>
                <a:lnTo>
                  <a:pt x="527" y="210"/>
                </a:lnTo>
                <a:lnTo>
                  <a:pt x="530" y="211"/>
                </a:lnTo>
                <a:lnTo>
                  <a:pt x="532" y="212"/>
                </a:lnTo>
                <a:lnTo>
                  <a:pt x="534" y="214"/>
                </a:lnTo>
                <a:lnTo>
                  <a:pt x="536" y="217"/>
                </a:lnTo>
                <a:lnTo>
                  <a:pt x="537" y="219"/>
                </a:lnTo>
                <a:lnTo>
                  <a:pt x="538" y="222"/>
                </a:lnTo>
                <a:lnTo>
                  <a:pt x="540" y="225"/>
                </a:lnTo>
                <a:lnTo>
                  <a:pt x="540" y="284"/>
                </a:lnTo>
                <a:close/>
                <a:moveTo>
                  <a:pt x="465" y="763"/>
                </a:moveTo>
                <a:lnTo>
                  <a:pt x="458" y="762"/>
                </a:lnTo>
                <a:lnTo>
                  <a:pt x="452" y="762"/>
                </a:lnTo>
                <a:lnTo>
                  <a:pt x="446" y="760"/>
                </a:lnTo>
                <a:lnTo>
                  <a:pt x="441" y="758"/>
                </a:lnTo>
                <a:lnTo>
                  <a:pt x="436" y="756"/>
                </a:lnTo>
                <a:lnTo>
                  <a:pt x="430" y="753"/>
                </a:lnTo>
                <a:lnTo>
                  <a:pt x="426" y="749"/>
                </a:lnTo>
                <a:lnTo>
                  <a:pt x="422" y="745"/>
                </a:lnTo>
                <a:lnTo>
                  <a:pt x="419" y="741"/>
                </a:lnTo>
                <a:lnTo>
                  <a:pt x="414" y="737"/>
                </a:lnTo>
                <a:lnTo>
                  <a:pt x="412" y="731"/>
                </a:lnTo>
                <a:lnTo>
                  <a:pt x="409" y="727"/>
                </a:lnTo>
                <a:lnTo>
                  <a:pt x="407" y="720"/>
                </a:lnTo>
                <a:lnTo>
                  <a:pt x="406" y="715"/>
                </a:lnTo>
                <a:lnTo>
                  <a:pt x="405" y="710"/>
                </a:lnTo>
                <a:lnTo>
                  <a:pt x="405" y="703"/>
                </a:lnTo>
                <a:lnTo>
                  <a:pt x="405" y="697"/>
                </a:lnTo>
                <a:lnTo>
                  <a:pt x="406" y="692"/>
                </a:lnTo>
                <a:lnTo>
                  <a:pt x="407" y="685"/>
                </a:lnTo>
                <a:lnTo>
                  <a:pt x="409" y="680"/>
                </a:lnTo>
                <a:lnTo>
                  <a:pt x="412" y="674"/>
                </a:lnTo>
                <a:lnTo>
                  <a:pt x="414" y="670"/>
                </a:lnTo>
                <a:lnTo>
                  <a:pt x="419" y="665"/>
                </a:lnTo>
                <a:lnTo>
                  <a:pt x="422" y="661"/>
                </a:lnTo>
                <a:lnTo>
                  <a:pt x="426" y="657"/>
                </a:lnTo>
                <a:lnTo>
                  <a:pt x="430" y="653"/>
                </a:lnTo>
                <a:lnTo>
                  <a:pt x="436" y="651"/>
                </a:lnTo>
                <a:lnTo>
                  <a:pt x="441" y="648"/>
                </a:lnTo>
                <a:lnTo>
                  <a:pt x="446" y="646"/>
                </a:lnTo>
                <a:lnTo>
                  <a:pt x="452" y="645"/>
                </a:lnTo>
                <a:lnTo>
                  <a:pt x="458" y="643"/>
                </a:lnTo>
                <a:lnTo>
                  <a:pt x="465" y="643"/>
                </a:lnTo>
                <a:lnTo>
                  <a:pt x="470" y="643"/>
                </a:lnTo>
                <a:lnTo>
                  <a:pt x="476" y="645"/>
                </a:lnTo>
                <a:lnTo>
                  <a:pt x="482" y="646"/>
                </a:lnTo>
                <a:lnTo>
                  <a:pt x="487" y="648"/>
                </a:lnTo>
                <a:lnTo>
                  <a:pt x="492" y="651"/>
                </a:lnTo>
                <a:lnTo>
                  <a:pt x="498" y="653"/>
                </a:lnTo>
                <a:lnTo>
                  <a:pt x="502" y="657"/>
                </a:lnTo>
                <a:lnTo>
                  <a:pt x="506" y="661"/>
                </a:lnTo>
                <a:lnTo>
                  <a:pt x="511" y="665"/>
                </a:lnTo>
                <a:lnTo>
                  <a:pt x="514" y="670"/>
                </a:lnTo>
                <a:lnTo>
                  <a:pt x="517" y="674"/>
                </a:lnTo>
                <a:lnTo>
                  <a:pt x="519" y="680"/>
                </a:lnTo>
                <a:lnTo>
                  <a:pt x="521" y="685"/>
                </a:lnTo>
                <a:lnTo>
                  <a:pt x="522" y="692"/>
                </a:lnTo>
                <a:lnTo>
                  <a:pt x="524" y="697"/>
                </a:lnTo>
                <a:lnTo>
                  <a:pt x="525" y="703"/>
                </a:lnTo>
                <a:lnTo>
                  <a:pt x="524" y="710"/>
                </a:lnTo>
                <a:lnTo>
                  <a:pt x="522" y="715"/>
                </a:lnTo>
                <a:lnTo>
                  <a:pt x="521" y="720"/>
                </a:lnTo>
                <a:lnTo>
                  <a:pt x="519" y="727"/>
                </a:lnTo>
                <a:lnTo>
                  <a:pt x="517" y="731"/>
                </a:lnTo>
                <a:lnTo>
                  <a:pt x="514" y="737"/>
                </a:lnTo>
                <a:lnTo>
                  <a:pt x="511" y="741"/>
                </a:lnTo>
                <a:lnTo>
                  <a:pt x="506" y="745"/>
                </a:lnTo>
                <a:lnTo>
                  <a:pt x="502" y="749"/>
                </a:lnTo>
                <a:lnTo>
                  <a:pt x="498" y="753"/>
                </a:lnTo>
                <a:lnTo>
                  <a:pt x="492" y="756"/>
                </a:lnTo>
                <a:lnTo>
                  <a:pt x="487" y="758"/>
                </a:lnTo>
                <a:lnTo>
                  <a:pt x="482" y="760"/>
                </a:lnTo>
                <a:lnTo>
                  <a:pt x="476" y="762"/>
                </a:lnTo>
                <a:lnTo>
                  <a:pt x="470" y="762"/>
                </a:lnTo>
                <a:lnTo>
                  <a:pt x="465" y="763"/>
                </a:lnTo>
                <a:close/>
                <a:moveTo>
                  <a:pt x="330" y="404"/>
                </a:moveTo>
                <a:lnTo>
                  <a:pt x="330" y="407"/>
                </a:lnTo>
                <a:lnTo>
                  <a:pt x="329" y="410"/>
                </a:lnTo>
                <a:lnTo>
                  <a:pt x="328" y="412"/>
                </a:lnTo>
                <a:lnTo>
                  <a:pt x="326" y="414"/>
                </a:lnTo>
                <a:lnTo>
                  <a:pt x="323" y="417"/>
                </a:lnTo>
                <a:lnTo>
                  <a:pt x="320" y="418"/>
                </a:lnTo>
                <a:lnTo>
                  <a:pt x="318" y="419"/>
                </a:lnTo>
                <a:lnTo>
                  <a:pt x="315" y="419"/>
                </a:lnTo>
                <a:lnTo>
                  <a:pt x="270" y="419"/>
                </a:lnTo>
                <a:lnTo>
                  <a:pt x="270" y="543"/>
                </a:lnTo>
                <a:lnTo>
                  <a:pt x="270" y="546"/>
                </a:lnTo>
                <a:lnTo>
                  <a:pt x="269" y="549"/>
                </a:lnTo>
                <a:lnTo>
                  <a:pt x="268" y="551"/>
                </a:lnTo>
                <a:lnTo>
                  <a:pt x="266" y="554"/>
                </a:lnTo>
                <a:lnTo>
                  <a:pt x="263" y="556"/>
                </a:lnTo>
                <a:lnTo>
                  <a:pt x="260" y="557"/>
                </a:lnTo>
                <a:lnTo>
                  <a:pt x="258" y="558"/>
                </a:lnTo>
                <a:lnTo>
                  <a:pt x="255" y="558"/>
                </a:lnTo>
                <a:lnTo>
                  <a:pt x="252" y="558"/>
                </a:lnTo>
                <a:lnTo>
                  <a:pt x="250" y="557"/>
                </a:lnTo>
                <a:lnTo>
                  <a:pt x="246" y="556"/>
                </a:lnTo>
                <a:lnTo>
                  <a:pt x="244" y="554"/>
                </a:lnTo>
                <a:lnTo>
                  <a:pt x="242" y="551"/>
                </a:lnTo>
                <a:lnTo>
                  <a:pt x="241" y="549"/>
                </a:lnTo>
                <a:lnTo>
                  <a:pt x="240" y="546"/>
                </a:lnTo>
                <a:lnTo>
                  <a:pt x="240" y="543"/>
                </a:lnTo>
                <a:lnTo>
                  <a:pt x="240" y="419"/>
                </a:lnTo>
                <a:lnTo>
                  <a:pt x="195" y="419"/>
                </a:lnTo>
                <a:lnTo>
                  <a:pt x="192" y="419"/>
                </a:lnTo>
                <a:lnTo>
                  <a:pt x="190" y="418"/>
                </a:lnTo>
                <a:lnTo>
                  <a:pt x="186" y="417"/>
                </a:lnTo>
                <a:lnTo>
                  <a:pt x="184" y="414"/>
                </a:lnTo>
                <a:lnTo>
                  <a:pt x="183" y="412"/>
                </a:lnTo>
                <a:lnTo>
                  <a:pt x="181" y="410"/>
                </a:lnTo>
                <a:lnTo>
                  <a:pt x="180" y="407"/>
                </a:lnTo>
                <a:lnTo>
                  <a:pt x="180" y="404"/>
                </a:lnTo>
                <a:lnTo>
                  <a:pt x="180" y="344"/>
                </a:lnTo>
                <a:lnTo>
                  <a:pt x="180" y="342"/>
                </a:lnTo>
                <a:lnTo>
                  <a:pt x="181" y="339"/>
                </a:lnTo>
                <a:lnTo>
                  <a:pt x="183" y="336"/>
                </a:lnTo>
                <a:lnTo>
                  <a:pt x="184" y="334"/>
                </a:lnTo>
                <a:lnTo>
                  <a:pt x="186" y="332"/>
                </a:lnTo>
                <a:lnTo>
                  <a:pt x="190" y="331"/>
                </a:lnTo>
                <a:lnTo>
                  <a:pt x="192" y="330"/>
                </a:lnTo>
                <a:lnTo>
                  <a:pt x="195" y="329"/>
                </a:lnTo>
                <a:lnTo>
                  <a:pt x="240" y="329"/>
                </a:lnTo>
                <a:lnTo>
                  <a:pt x="240" y="129"/>
                </a:lnTo>
                <a:lnTo>
                  <a:pt x="240" y="126"/>
                </a:lnTo>
                <a:lnTo>
                  <a:pt x="241" y="123"/>
                </a:lnTo>
                <a:lnTo>
                  <a:pt x="242" y="121"/>
                </a:lnTo>
                <a:lnTo>
                  <a:pt x="244" y="118"/>
                </a:lnTo>
                <a:lnTo>
                  <a:pt x="246" y="117"/>
                </a:lnTo>
                <a:lnTo>
                  <a:pt x="250" y="115"/>
                </a:lnTo>
                <a:lnTo>
                  <a:pt x="252" y="114"/>
                </a:lnTo>
                <a:lnTo>
                  <a:pt x="255" y="114"/>
                </a:lnTo>
                <a:lnTo>
                  <a:pt x="258" y="114"/>
                </a:lnTo>
                <a:lnTo>
                  <a:pt x="260" y="115"/>
                </a:lnTo>
                <a:lnTo>
                  <a:pt x="263" y="117"/>
                </a:lnTo>
                <a:lnTo>
                  <a:pt x="266" y="118"/>
                </a:lnTo>
                <a:lnTo>
                  <a:pt x="268" y="121"/>
                </a:lnTo>
                <a:lnTo>
                  <a:pt x="269" y="123"/>
                </a:lnTo>
                <a:lnTo>
                  <a:pt x="270" y="127"/>
                </a:lnTo>
                <a:lnTo>
                  <a:pt x="270" y="129"/>
                </a:lnTo>
                <a:lnTo>
                  <a:pt x="270" y="329"/>
                </a:lnTo>
                <a:lnTo>
                  <a:pt x="315" y="329"/>
                </a:lnTo>
                <a:lnTo>
                  <a:pt x="318" y="330"/>
                </a:lnTo>
                <a:lnTo>
                  <a:pt x="320" y="331"/>
                </a:lnTo>
                <a:lnTo>
                  <a:pt x="323" y="332"/>
                </a:lnTo>
                <a:lnTo>
                  <a:pt x="326" y="334"/>
                </a:lnTo>
                <a:lnTo>
                  <a:pt x="328" y="336"/>
                </a:lnTo>
                <a:lnTo>
                  <a:pt x="329" y="339"/>
                </a:lnTo>
                <a:lnTo>
                  <a:pt x="330" y="342"/>
                </a:lnTo>
                <a:lnTo>
                  <a:pt x="330" y="344"/>
                </a:lnTo>
                <a:lnTo>
                  <a:pt x="330" y="404"/>
                </a:lnTo>
                <a:close/>
                <a:moveTo>
                  <a:pt x="255" y="763"/>
                </a:moveTo>
                <a:lnTo>
                  <a:pt x="249" y="762"/>
                </a:lnTo>
                <a:lnTo>
                  <a:pt x="243" y="762"/>
                </a:lnTo>
                <a:lnTo>
                  <a:pt x="237" y="760"/>
                </a:lnTo>
                <a:lnTo>
                  <a:pt x="231" y="758"/>
                </a:lnTo>
                <a:lnTo>
                  <a:pt x="226" y="756"/>
                </a:lnTo>
                <a:lnTo>
                  <a:pt x="222" y="753"/>
                </a:lnTo>
                <a:lnTo>
                  <a:pt x="216" y="749"/>
                </a:lnTo>
                <a:lnTo>
                  <a:pt x="212" y="745"/>
                </a:lnTo>
                <a:lnTo>
                  <a:pt x="209" y="741"/>
                </a:lnTo>
                <a:lnTo>
                  <a:pt x="206" y="737"/>
                </a:lnTo>
                <a:lnTo>
                  <a:pt x="203" y="731"/>
                </a:lnTo>
                <a:lnTo>
                  <a:pt x="200" y="727"/>
                </a:lnTo>
                <a:lnTo>
                  <a:pt x="198" y="720"/>
                </a:lnTo>
                <a:lnTo>
                  <a:pt x="196" y="715"/>
                </a:lnTo>
                <a:lnTo>
                  <a:pt x="195" y="710"/>
                </a:lnTo>
                <a:lnTo>
                  <a:pt x="195" y="703"/>
                </a:lnTo>
                <a:lnTo>
                  <a:pt x="195" y="697"/>
                </a:lnTo>
                <a:lnTo>
                  <a:pt x="196" y="692"/>
                </a:lnTo>
                <a:lnTo>
                  <a:pt x="198" y="685"/>
                </a:lnTo>
                <a:lnTo>
                  <a:pt x="200" y="680"/>
                </a:lnTo>
                <a:lnTo>
                  <a:pt x="203" y="674"/>
                </a:lnTo>
                <a:lnTo>
                  <a:pt x="206" y="670"/>
                </a:lnTo>
                <a:lnTo>
                  <a:pt x="209" y="665"/>
                </a:lnTo>
                <a:lnTo>
                  <a:pt x="212" y="661"/>
                </a:lnTo>
                <a:lnTo>
                  <a:pt x="216" y="657"/>
                </a:lnTo>
                <a:lnTo>
                  <a:pt x="222" y="653"/>
                </a:lnTo>
                <a:lnTo>
                  <a:pt x="226" y="651"/>
                </a:lnTo>
                <a:lnTo>
                  <a:pt x="231" y="648"/>
                </a:lnTo>
                <a:lnTo>
                  <a:pt x="237" y="646"/>
                </a:lnTo>
                <a:lnTo>
                  <a:pt x="243" y="645"/>
                </a:lnTo>
                <a:lnTo>
                  <a:pt x="249" y="643"/>
                </a:lnTo>
                <a:lnTo>
                  <a:pt x="255" y="643"/>
                </a:lnTo>
                <a:lnTo>
                  <a:pt x="261" y="643"/>
                </a:lnTo>
                <a:lnTo>
                  <a:pt x="267" y="645"/>
                </a:lnTo>
                <a:lnTo>
                  <a:pt x="273" y="646"/>
                </a:lnTo>
                <a:lnTo>
                  <a:pt x="278" y="648"/>
                </a:lnTo>
                <a:lnTo>
                  <a:pt x="284" y="651"/>
                </a:lnTo>
                <a:lnTo>
                  <a:pt x="288" y="653"/>
                </a:lnTo>
                <a:lnTo>
                  <a:pt x="293" y="657"/>
                </a:lnTo>
                <a:lnTo>
                  <a:pt x="298" y="661"/>
                </a:lnTo>
                <a:lnTo>
                  <a:pt x="301" y="665"/>
                </a:lnTo>
                <a:lnTo>
                  <a:pt x="304" y="670"/>
                </a:lnTo>
                <a:lnTo>
                  <a:pt x="307" y="674"/>
                </a:lnTo>
                <a:lnTo>
                  <a:pt x="311" y="680"/>
                </a:lnTo>
                <a:lnTo>
                  <a:pt x="312" y="685"/>
                </a:lnTo>
                <a:lnTo>
                  <a:pt x="314" y="692"/>
                </a:lnTo>
                <a:lnTo>
                  <a:pt x="315" y="697"/>
                </a:lnTo>
                <a:lnTo>
                  <a:pt x="315" y="703"/>
                </a:lnTo>
                <a:lnTo>
                  <a:pt x="315" y="710"/>
                </a:lnTo>
                <a:lnTo>
                  <a:pt x="314" y="715"/>
                </a:lnTo>
                <a:lnTo>
                  <a:pt x="312" y="720"/>
                </a:lnTo>
                <a:lnTo>
                  <a:pt x="311" y="727"/>
                </a:lnTo>
                <a:lnTo>
                  <a:pt x="307" y="731"/>
                </a:lnTo>
                <a:lnTo>
                  <a:pt x="304" y="737"/>
                </a:lnTo>
                <a:lnTo>
                  <a:pt x="301" y="741"/>
                </a:lnTo>
                <a:lnTo>
                  <a:pt x="298" y="745"/>
                </a:lnTo>
                <a:lnTo>
                  <a:pt x="293" y="749"/>
                </a:lnTo>
                <a:lnTo>
                  <a:pt x="288" y="753"/>
                </a:lnTo>
                <a:lnTo>
                  <a:pt x="284" y="756"/>
                </a:lnTo>
                <a:lnTo>
                  <a:pt x="278" y="758"/>
                </a:lnTo>
                <a:lnTo>
                  <a:pt x="273" y="760"/>
                </a:lnTo>
                <a:lnTo>
                  <a:pt x="267" y="762"/>
                </a:lnTo>
                <a:lnTo>
                  <a:pt x="261" y="762"/>
                </a:lnTo>
                <a:lnTo>
                  <a:pt x="255" y="763"/>
                </a:lnTo>
                <a:close/>
                <a:moveTo>
                  <a:pt x="883" y="0"/>
                </a:moveTo>
                <a:lnTo>
                  <a:pt x="15" y="0"/>
                </a:lnTo>
                <a:lnTo>
                  <a:pt x="13" y="0"/>
                </a:lnTo>
                <a:lnTo>
                  <a:pt x="10" y="2"/>
                </a:lnTo>
                <a:lnTo>
                  <a:pt x="8" y="3"/>
                </a:lnTo>
                <a:lnTo>
                  <a:pt x="6" y="5"/>
                </a:lnTo>
                <a:lnTo>
                  <a:pt x="3" y="7"/>
                </a:lnTo>
                <a:lnTo>
                  <a:pt x="2" y="10"/>
                </a:lnTo>
                <a:lnTo>
                  <a:pt x="1" y="12"/>
                </a:lnTo>
                <a:lnTo>
                  <a:pt x="0" y="15"/>
                </a:lnTo>
                <a:lnTo>
                  <a:pt x="0" y="883"/>
                </a:lnTo>
                <a:lnTo>
                  <a:pt x="1" y="886"/>
                </a:lnTo>
                <a:lnTo>
                  <a:pt x="2" y="888"/>
                </a:lnTo>
                <a:lnTo>
                  <a:pt x="3" y="892"/>
                </a:lnTo>
                <a:lnTo>
                  <a:pt x="6" y="894"/>
                </a:lnTo>
                <a:lnTo>
                  <a:pt x="8" y="895"/>
                </a:lnTo>
                <a:lnTo>
                  <a:pt x="10" y="897"/>
                </a:lnTo>
                <a:lnTo>
                  <a:pt x="13" y="897"/>
                </a:lnTo>
                <a:lnTo>
                  <a:pt x="15" y="898"/>
                </a:lnTo>
                <a:lnTo>
                  <a:pt x="883" y="898"/>
                </a:lnTo>
                <a:lnTo>
                  <a:pt x="886" y="897"/>
                </a:lnTo>
                <a:lnTo>
                  <a:pt x="888" y="897"/>
                </a:lnTo>
                <a:lnTo>
                  <a:pt x="892" y="895"/>
                </a:lnTo>
                <a:lnTo>
                  <a:pt x="894" y="894"/>
                </a:lnTo>
                <a:lnTo>
                  <a:pt x="896" y="892"/>
                </a:lnTo>
                <a:lnTo>
                  <a:pt x="897" y="888"/>
                </a:lnTo>
                <a:lnTo>
                  <a:pt x="898" y="886"/>
                </a:lnTo>
                <a:lnTo>
                  <a:pt x="898" y="883"/>
                </a:lnTo>
                <a:lnTo>
                  <a:pt x="898" y="15"/>
                </a:lnTo>
                <a:lnTo>
                  <a:pt x="898" y="12"/>
                </a:lnTo>
                <a:lnTo>
                  <a:pt x="897" y="10"/>
                </a:lnTo>
                <a:lnTo>
                  <a:pt x="896" y="7"/>
                </a:lnTo>
                <a:lnTo>
                  <a:pt x="894" y="5"/>
                </a:lnTo>
                <a:lnTo>
                  <a:pt x="892" y="3"/>
                </a:lnTo>
                <a:lnTo>
                  <a:pt x="888" y="2"/>
                </a:lnTo>
                <a:lnTo>
                  <a:pt x="886" y="0"/>
                </a:lnTo>
                <a:lnTo>
                  <a:pt x="883" y="0"/>
                </a:lnTo>
                <a:close/>
              </a:path>
            </a:pathLst>
          </a:custGeom>
          <a:solidFill>
            <a:schemeClr val="bg1"/>
          </a:solidFill>
          <a:ln>
            <a:noFill/>
          </a:ln>
          <a:extLst/>
        </p:spPr>
        <p:txBody>
          <a:bodyPr vert="horz" wrap="square" lIns="91440" tIns="45720" rIns="91440" bIns="45720" numCol="1" rtlCol="0" anchor="t" anchorCtr="0" compatLnSpc="1">
            <a:prstTxWarp prst="textNoShape">
              <a:avLst/>
            </a:prstTxWarp>
          </a:bodyPr>
          <a:lstStyle/>
          <a:p>
            <a:pPr rtl="0"/>
            <a:endParaRPr lang="fr-FR" dirty="0"/>
          </a:p>
        </p:txBody>
      </p:sp>
      <p:sp>
        <p:nvSpPr>
          <p:cNvPr id="49" name="Rectangle : Coins arrondis 18">
            <a:extLst>
              <a:ext uri="{FF2B5EF4-FFF2-40B4-BE49-F238E27FC236}">
                <a16:creationId xmlns:a16="http://schemas.microsoft.com/office/drawing/2014/main" id="{EB7F2E37-0ACF-4E8A-9C1D-EC5B65BA2906}"/>
              </a:ext>
              <a:ext uri="{C183D7F6-B498-43B3-948B-1728B52AA6E4}">
                <adec:decorative xmlns="" xmlns:adec="http://schemas.microsoft.com/office/drawing/2017/decorative" val="1"/>
              </a:ext>
            </a:extLst>
          </p:cNvPr>
          <p:cNvSpPr/>
          <p:nvPr/>
        </p:nvSpPr>
        <p:spPr>
          <a:xfrm>
            <a:off x="7700527" y="3930516"/>
            <a:ext cx="3397112" cy="717834"/>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sz="2400" b="1" dirty="0" smtClean="0"/>
              <a:t>   FONCTIONNALITE</a:t>
            </a:r>
            <a:endParaRPr lang="fr-FR" sz="2400" b="1" dirty="0"/>
          </a:p>
        </p:txBody>
      </p:sp>
      <p:sp>
        <p:nvSpPr>
          <p:cNvPr id="50" name="Ovale 19">
            <a:extLst>
              <a:ext uri="{FF2B5EF4-FFF2-40B4-BE49-F238E27FC236}">
                <a16:creationId xmlns:a16="http://schemas.microsoft.com/office/drawing/2014/main" id="{88F812F5-70AF-4FBD-80D9-D59B3C456D5E}"/>
              </a:ext>
              <a:ext uri="{C183D7F6-B498-43B3-948B-1728B52AA6E4}">
                <adec:decorative xmlns="" xmlns:adec="http://schemas.microsoft.com/office/drawing/2017/decorative" val="1"/>
              </a:ext>
            </a:extLst>
          </p:cNvPr>
          <p:cNvSpPr/>
          <p:nvPr/>
        </p:nvSpPr>
        <p:spPr>
          <a:xfrm>
            <a:off x="7294478" y="3852043"/>
            <a:ext cx="924301" cy="91042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51" name="Forme libre 1676" descr="Icône de case à cocher. ">
            <a:extLst>
              <a:ext uri="{FF2B5EF4-FFF2-40B4-BE49-F238E27FC236}">
                <a16:creationId xmlns:a16="http://schemas.microsoft.com/office/drawing/2014/main" id="{6FB02354-C73F-4DCF-8004-E9CCA66963EA}"/>
              </a:ext>
            </a:extLst>
          </p:cNvPr>
          <p:cNvSpPr>
            <a:spLocks noEditPoints="1"/>
          </p:cNvSpPr>
          <p:nvPr/>
        </p:nvSpPr>
        <p:spPr bwMode="auto">
          <a:xfrm>
            <a:off x="7605784" y="4200935"/>
            <a:ext cx="340055" cy="334949"/>
          </a:xfrm>
          <a:custGeom>
            <a:avLst/>
            <a:gdLst>
              <a:gd name="T0" fmla="*/ 374 w 719"/>
              <a:gd name="T1" fmla="*/ 267 h 719"/>
              <a:gd name="T2" fmla="*/ 366 w 719"/>
              <a:gd name="T3" fmla="*/ 263 h 719"/>
              <a:gd name="T4" fmla="*/ 362 w 719"/>
              <a:gd name="T5" fmla="*/ 254 h 719"/>
              <a:gd name="T6" fmla="*/ 366 w 719"/>
              <a:gd name="T7" fmla="*/ 247 h 719"/>
              <a:gd name="T8" fmla="*/ 374 w 719"/>
              <a:gd name="T9" fmla="*/ 243 h 719"/>
              <a:gd name="T10" fmla="*/ 621 w 719"/>
              <a:gd name="T11" fmla="*/ 244 h 719"/>
              <a:gd name="T12" fmla="*/ 627 w 719"/>
              <a:gd name="T13" fmla="*/ 250 h 719"/>
              <a:gd name="T14" fmla="*/ 627 w 719"/>
              <a:gd name="T15" fmla="*/ 260 h 719"/>
              <a:gd name="T16" fmla="*/ 621 w 719"/>
              <a:gd name="T17" fmla="*/ 265 h 719"/>
              <a:gd name="T18" fmla="*/ 616 w 719"/>
              <a:gd name="T19" fmla="*/ 528 h 719"/>
              <a:gd name="T20" fmla="*/ 370 w 719"/>
              <a:gd name="T21" fmla="*/ 527 h 719"/>
              <a:gd name="T22" fmla="*/ 363 w 719"/>
              <a:gd name="T23" fmla="*/ 521 h 719"/>
              <a:gd name="T24" fmla="*/ 363 w 719"/>
              <a:gd name="T25" fmla="*/ 512 h 719"/>
              <a:gd name="T26" fmla="*/ 370 w 719"/>
              <a:gd name="T27" fmla="*/ 505 h 719"/>
              <a:gd name="T28" fmla="*/ 616 w 719"/>
              <a:gd name="T29" fmla="*/ 504 h 719"/>
              <a:gd name="T30" fmla="*/ 625 w 719"/>
              <a:gd name="T31" fmla="*/ 507 h 719"/>
              <a:gd name="T32" fmla="*/ 628 w 719"/>
              <a:gd name="T33" fmla="*/ 516 h 719"/>
              <a:gd name="T34" fmla="*/ 625 w 719"/>
              <a:gd name="T35" fmla="*/ 525 h 719"/>
              <a:gd name="T36" fmla="*/ 616 w 719"/>
              <a:gd name="T37" fmla="*/ 528 h 719"/>
              <a:gd name="T38" fmla="*/ 171 w 719"/>
              <a:gd name="T39" fmla="*/ 279 h 719"/>
              <a:gd name="T40" fmla="*/ 164 w 719"/>
              <a:gd name="T41" fmla="*/ 282 h 719"/>
              <a:gd name="T42" fmla="*/ 155 w 719"/>
              <a:gd name="T43" fmla="*/ 279 h 719"/>
              <a:gd name="T44" fmla="*/ 92 w 719"/>
              <a:gd name="T45" fmla="*/ 214 h 719"/>
              <a:gd name="T46" fmla="*/ 92 w 719"/>
              <a:gd name="T47" fmla="*/ 205 h 719"/>
              <a:gd name="T48" fmla="*/ 98 w 719"/>
              <a:gd name="T49" fmla="*/ 198 h 719"/>
              <a:gd name="T50" fmla="*/ 107 w 719"/>
              <a:gd name="T51" fmla="*/ 198 h 719"/>
              <a:gd name="T52" fmla="*/ 164 w 719"/>
              <a:gd name="T53" fmla="*/ 253 h 719"/>
              <a:gd name="T54" fmla="*/ 309 w 719"/>
              <a:gd name="T55" fmla="*/ 109 h 719"/>
              <a:gd name="T56" fmla="*/ 318 w 719"/>
              <a:gd name="T57" fmla="*/ 109 h 719"/>
              <a:gd name="T58" fmla="*/ 325 w 719"/>
              <a:gd name="T59" fmla="*/ 114 h 719"/>
              <a:gd name="T60" fmla="*/ 325 w 719"/>
              <a:gd name="T61" fmla="*/ 124 h 719"/>
              <a:gd name="T62" fmla="*/ 323 w 719"/>
              <a:gd name="T63" fmla="*/ 414 h 719"/>
              <a:gd name="T64" fmla="*/ 168 w 719"/>
              <a:gd name="T65" fmla="*/ 568 h 719"/>
              <a:gd name="T66" fmla="*/ 158 w 719"/>
              <a:gd name="T67" fmla="*/ 568 h 719"/>
              <a:gd name="T68" fmla="*/ 94 w 719"/>
              <a:gd name="T69" fmla="*/ 505 h 719"/>
              <a:gd name="T70" fmla="*/ 91 w 719"/>
              <a:gd name="T71" fmla="*/ 497 h 719"/>
              <a:gd name="T72" fmla="*/ 94 w 719"/>
              <a:gd name="T73" fmla="*/ 488 h 719"/>
              <a:gd name="T74" fmla="*/ 103 w 719"/>
              <a:gd name="T75" fmla="*/ 485 h 719"/>
              <a:gd name="T76" fmla="*/ 111 w 719"/>
              <a:gd name="T77" fmla="*/ 488 h 719"/>
              <a:gd name="T78" fmla="*/ 306 w 719"/>
              <a:gd name="T79" fmla="*/ 397 h 719"/>
              <a:gd name="T80" fmla="*/ 314 w 719"/>
              <a:gd name="T81" fmla="*/ 394 h 719"/>
              <a:gd name="T82" fmla="*/ 323 w 719"/>
              <a:gd name="T83" fmla="*/ 398 h 719"/>
              <a:gd name="T84" fmla="*/ 326 w 719"/>
              <a:gd name="T85" fmla="*/ 406 h 719"/>
              <a:gd name="T86" fmla="*/ 323 w 719"/>
              <a:gd name="T87" fmla="*/ 414 h 719"/>
              <a:gd name="T88" fmla="*/ 12 w 719"/>
              <a:gd name="T89" fmla="*/ 0 h 719"/>
              <a:gd name="T90" fmla="*/ 3 w 719"/>
              <a:gd name="T91" fmla="*/ 5 h 719"/>
              <a:gd name="T92" fmla="*/ 0 w 719"/>
              <a:gd name="T93" fmla="*/ 13 h 719"/>
              <a:gd name="T94" fmla="*/ 1 w 719"/>
              <a:gd name="T95" fmla="*/ 713 h 719"/>
              <a:gd name="T96" fmla="*/ 8 w 719"/>
              <a:gd name="T97" fmla="*/ 719 h 719"/>
              <a:gd name="T98" fmla="*/ 707 w 719"/>
              <a:gd name="T99" fmla="*/ 719 h 719"/>
              <a:gd name="T100" fmla="*/ 716 w 719"/>
              <a:gd name="T101" fmla="*/ 716 h 719"/>
              <a:gd name="T102" fmla="*/ 719 w 719"/>
              <a:gd name="T103" fmla="*/ 707 h 719"/>
              <a:gd name="T104" fmla="*/ 718 w 719"/>
              <a:gd name="T105" fmla="*/ 8 h 719"/>
              <a:gd name="T106" fmla="*/ 711 w 719"/>
              <a:gd name="T107" fmla="*/ 2 h 71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Lst>
            <a:rect l="0" t="0" r="r" b="b"/>
            <a:pathLst>
              <a:path w="719" h="719">
                <a:moveTo>
                  <a:pt x="616" y="267"/>
                </a:moveTo>
                <a:lnTo>
                  <a:pt x="374" y="267"/>
                </a:lnTo>
                <a:lnTo>
                  <a:pt x="370" y="265"/>
                </a:lnTo>
                <a:lnTo>
                  <a:pt x="366" y="263"/>
                </a:lnTo>
                <a:lnTo>
                  <a:pt x="363" y="260"/>
                </a:lnTo>
                <a:lnTo>
                  <a:pt x="362" y="254"/>
                </a:lnTo>
                <a:lnTo>
                  <a:pt x="363" y="250"/>
                </a:lnTo>
                <a:lnTo>
                  <a:pt x="366" y="247"/>
                </a:lnTo>
                <a:lnTo>
                  <a:pt x="370" y="244"/>
                </a:lnTo>
                <a:lnTo>
                  <a:pt x="374" y="243"/>
                </a:lnTo>
                <a:lnTo>
                  <a:pt x="616" y="243"/>
                </a:lnTo>
                <a:lnTo>
                  <a:pt x="621" y="244"/>
                </a:lnTo>
                <a:lnTo>
                  <a:pt x="625" y="247"/>
                </a:lnTo>
                <a:lnTo>
                  <a:pt x="627" y="250"/>
                </a:lnTo>
                <a:lnTo>
                  <a:pt x="628" y="254"/>
                </a:lnTo>
                <a:lnTo>
                  <a:pt x="627" y="260"/>
                </a:lnTo>
                <a:lnTo>
                  <a:pt x="625" y="263"/>
                </a:lnTo>
                <a:lnTo>
                  <a:pt x="621" y="265"/>
                </a:lnTo>
                <a:lnTo>
                  <a:pt x="616" y="267"/>
                </a:lnTo>
                <a:close/>
                <a:moveTo>
                  <a:pt x="616" y="528"/>
                </a:moveTo>
                <a:lnTo>
                  <a:pt x="374" y="528"/>
                </a:lnTo>
                <a:lnTo>
                  <a:pt x="370" y="527"/>
                </a:lnTo>
                <a:lnTo>
                  <a:pt x="366" y="525"/>
                </a:lnTo>
                <a:lnTo>
                  <a:pt x="363" y="521"/>
                </a:lnTo>
                <a:lnTo>
                  <a:pt x="362" y="516"/>
                </a:lnTo>
                <a:lnTo>
                  <a:pt x="363" y="512"/>
                </a:lnTo>
                <a:lnTo>
                  <a:pt x="366" y="507"/>
                </a:lnTo>
                <a:lnTo>
                  <a:pt x="370" y="505"/>
                </a:lnTo>
                <a:lnTo>
                  <a:pt x="374" y="504"/>
                </a:lnTo>
                <a:lnTo>
                  <a:pt x="616" y="504"/>
                </a:lnTo>
                <a:lnTo>
                  <a:pt x="621" y="505"/>
                </a:lnTo>
                <a:lnTo>
                  <a:pt x="625" y="507"/>
                </a:lnTo>
                <a:lnTo>
                  <a:pt x="627" y="512"/>
                </a:lnTo>
                <a:lnTo>
                  <a:pt x="628" y="516"/>
                </a:lnTo>
                <a:lnTo>
                  <a:pt x="627" y="521"/>
                </a:lnTo>
                <a:lnTo>
                  <a:pt x="625" y="525"/>
                </a:lnTo>
                <a:lnTo>
                  <a:pt x="621" y="527"/>
                </a:lnTo>
                <a:lnTo>
                  <a:pt x="616" y="528"/>
                </a:lnTo>
                <a:close/>
                <a:moveTo>
                  <a:pt x="323" y="127"/>
                </a:moveTo>
                <a:lnTo>
                  <a:pt x="171" y="279"/>
                </a:lnTo>
                <a:lnTo>
                  <a:pt x="168" y="282"/>
                </a:lnTo>
                <a:lnTo>
                  <a:pt x="164" y="282"/>
                </a:lnTo>
                <a:lnTo>
                  <a:pt x="158" y="282"/>
                </a:lnTo>
                <a:lnTo>
                  <a:pt x="155" y="279"/>
                </a:lnTo>
                <a:lnTo>
                  <a:pt x="94" y="218"/>
                </a:lnTo>
                <a:lnTo>
                  <a:pt x="92" y="214"/>
                </a:lnTo>
                <a:lnTo>
                  <a:pt x="91" y="209"/>
                </a:lnTo>
                <a:lnTo>
                  <a:pt x="92" y="205"/>
                </a:lnTo>
                <a:lnTo>
                  <a:pt x="94" y="201"/>
                </a:lnTo>
                <a:lnTo>
                  <a:pt x="98" y="198"/>
                </a:lnTo>
                <a:lnTo>
                  <a:pt x="103" y="197"/>
                </a:lnTo>
                <a:lnTo>
                  <a:pt x="107" y="198"/>
                </a:lnTo>
                <a:lnTo>
                  <a:pt x="111" y="201"/>
                </a:lnTo>
                <a:lnTo>
                  <a:pt x="164" y="253"/>
                </a:lnTo>
                <a:lnTo>
                  <a:pt x="306" y="111"/>
                </a:lnTo>
                <a:lnTo>
                  <a:pt x="309" y="109"/>
                </a:lnTo>
                <a:lnTo>
                  <a:pt x="314" y="108"/>
                </a:lnTo>
                <a:lnTo>
                  <a:pt x="318" y="109"/>
                </a:lnTo>
                <a:lnTo>
                  <a:pt x="323" y="111"/>
                </a:lnTo>
                <a:lnTo>
                  <a:pt x="325" y="114"/>
                </a:lnTo>
                <a:lnTo>
                  <a:pt x="326" y="119"/>
                </a:lnTo>
                <a:lnTo>
                  <a:pt x="325" y="124"/>
                </a:lnTo>
                <a:lnTo>
                  <a:pt x="323" y="127"/>
                </a:lnTo>
                <a:close/>
                <a:moveTo>
                  <a:pt x="323" y="414"/>
                </a:moveTo>
                <a:lnTo>
                  <a:pt x="171" y="565"/>
                </a:lnTo>
                <a:lnTo>
                  <a:pt x="168" y="568"/>
                </a:lnTo>
                <a:lnTo>
                  <a:pt x="164" y="569"/>
                </a:lnTo>
                <a:lnTo>
                  <a:pt x="158" y="568"/>
                </a:lnTo>
                <a:lnTo>
                  <a:pt x="155" y="565"/>
                </a:lnTo>
                <a:lnTo>
                  <a:pt x="94" y="505"/>
                </a:lnTo>
                <a:lnTo>
                  <a:pt x="92" y="502"/>
                </a:lnTo>
                <a:lnTo>
                  <a:pt x="91" y="497"/>
                </a:lnTo>
                <a:lnTo>
                  <a:pt x="92" y="493"/>
                </a:lnTo>
                <a:lnTo>
                  <a:pt x="94" y="488"/>
                </a:lnTo>
                <a:lnTo>
                  <a:pt x="98" y="486"/>
                </a:lnTo>
                <a:lnTo>
                  <a:pt x="103" y="485"/>
                </a:lnTo>
                <a:lnTo>
                  <a:pt x="107" y="486"/>
                </a:lnTo>
                <a:lnTo>
                  <a:pt x="111" y="488"/>
                </a:lnTo>
                <a:lnTo>
                  <a:pt x="164" y="540"/>
                </a:lnTo>
                <a:lnTo>
                  <a:pt x="306" y="397"/>
                </a:lnTo>
                <a:lnTo>
                  <a:pt x="309" y="395"/>
                </a:lnTo>
                <a:lnTo>
                  <a:pt x="314" y="394"/>
                </a:lnTo>
                <a:lnTo>
                  <a:pt x="318" y="395"/>
                </a:lnTo>
                <a:lnTo>
                  <a:pt x="323" y="398"/>
                </a:lnTo>
                <a:lnTo>
                  <a:pt x="325" y="401"/>
                </a:lnTo>
                <a:lnTo>
                  <a:pt x="326" y="406"/>
                </a:lnTo>
                <a:lnTo>
                  <a:pt x="325" y="410"/>
                </a:lnTo>
                <a:lnTo>
                  <a:pt x="323" y="414"/>
                </a:lnTo>
                <a:close/>
                <a:moveTo>
                  <a:pt x="707" y="0"/>
                </a:moveTo>
                <a:lnTo>
                  <a:pt x="12" y="0"/>
                </a:lnTo>
                <a:lnTo>
                  <a:pt x="8" y="2"/>
                </a:lnTo>
                <a:lnTo>
                  <a:pt x="3" y="5"/>
                </a:lnTo>
                <a:lnTo>
                  <a:pt x="1" y="8"/>
                </a:lnTo>
                <a:lnTo>
                  <a:pt x="0" y="13"/>
                </a:lnTo>
                <a:lnTo>
                  <a:pt x="0" y="707"/>
                </a:lnTo>
                <a:lnTo>
                  <a:pt x="1" y="713"/>
                </a:lnTo>
                <a:lnTo>
                  <a:pt x="3" y="716"/>
                </a:lnTo>
                <a:lnTo>
                  <a:pt x="8" y="719"/>
                </a:lnTo>
                <a:lnTo>
                  <a:pt x="12" y="719"/>
                </a:lnTo>
                <a:lnTo>
                  <a:pt x="707" y="719"/>
                </a:lnTo>
                <a:lnTo>
                  <a:pt x="711" y="719"/>
                </a:lnTo>
                <a:lnTo>
                  <a:pt x="716" y="716"/>
                </a:lnTo>
                <a:lnTo>
                  <a:pt x="718" y="713"/>
                </a:lnTo>
                <a:lnTo>
                  <a:pt x="719" y="707"/>
                </a:lnTo>
                <a:lnTo>
                  <a:pt x="719" y="13"/>
                </a:lnTo>
                <a:lnTo>
                  <a:pt x="718" y="8"/>
                </a:lnTo>
                <a:lnTo>
                  <a:pt x="716" y="5"/>
                </a:lnTo>
                <a:lnTo>
                  <a:pt x="711" y="2"/>
                </a:lnTo>
                <a:lnTo>
                  <a:pt x="707" y="0"/>
                </a:lnTo>
                <a:close/>
              </a:path>
            </a:pathLst>
          </a:custGeom>
          <a:solidFill>
            <a:schemeClr val="bg1"/>
          </a:solidFill>
          <a:ln>
            <a:noFill/>
          </a:ln>
          <a:extLst/>
        </p:spPr>
        <p:txBody>
          <a:bodyPr vert="horz" wrap="square" lIns="91440" tIns="45720" rIns="91440" bIns="45720" numCol="1" rtlCol="0" anchor="t" anchorCtr="0" compatLnSpc="1">
            <a:prstTxWarp prst="textNoShape">
              <a:avLst/>
            </a:prstTxWarp>
          </a:bodyPr>
          <a:lstStyle/>
          <a:p>
            <a:pPr rtl="0"/>
            <a:endParaRPr lang="fr-FR" dirty="0"/>
          </a:p>
        </p:txBody>
      </p:sp>
      <p:sp>
        <p:nvSpPr>
          <p:cNvPr id="53" name="Rectangle : Coins arrondis 20">
            <a:extLst>
              <a:ext uri="{FF2B5EF4-FFF2-40B4-BE49-F238E27FC236}">
                <a16:creationId xmlns:a16="http://schemas.microsoft.com/office/drawing/2014/main" id="{952C5002-7E64-4069-ACA0-6876E54A9B46}"/>
              </a:ext>
              <a:ext uri="{C183D7F6-B498-43B3-948B-1728B52AA6E4}">
                <adec:decorative xmlns="" xmlns:adec="http://schemas.microsoft.com/office/drawing/2017/decorative" val="1"/>
              </a:ext>
            </a:extLst>
          </p:cNvPr>
          <p:cNvSpPr/>
          <p:nvPr/>
        </p:nvSpPr>
        <p:spPr>
          <a:xfrm>
            <a:off x="7405604" y="4980121"/>
            <a:ext cx="3692036" cy="717834"/>
          </a:xfrm>
          <a:prstGeom prst="roundRect">
            <a:avLst>
              <a:gd name="adj" fmla="val 50000"/>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sz="2000" b="1" dirty="0" smtClean="0">
                <a:solidFill>
                  <a:schemeClr val="tx1"/>
                </a:solidFill>
              </a:rPr>
              <a:t>ANNEXES</a:t>
            </a:r>
            <a:endParaRPr lang="fr-FR" sz="2000" b="1" dirty="0">
              <a:solidFill>
                <a:schemeClr val="tx1"/>
              </a:solidFill>
            </a:endParaRPr>
          </a:p>
        </p:txBody>
      </p:sp>
      <p:sp>
        <p:nvSpPr>
          <p:cNvPr id="54" name="Ovale 21">
            <a:extLst>
              <a:ext uri="{FF2B5EF4-FFF2-40B4-BE49-F238E27FC236}">
                <a16:creationId xmlns:a16="http://schemas.microsoft.com/office/drawing/2014/main" id="{A49C5F3A-6F0D-4A0F-AE6E-92F342C22ACD}"/>
              </a:ext>
              <a:ext uri="{C183D7F6-B498-43B3-948B-1728B52AA6E4}">
                <adec:decorative xmlns="" xmlns:adec="http://schemas.microsoft.com/office/drawing/2017/decorative" val="1"/>
              </a:ext>
            </a:extLst>
          </p:cNvPr>
          <p:cNvSpPr/>
          <p:nvPr/>
        </p:nvSpPr>
        <p:spPr>
          <a:xfrm>
            <a:off x="7294478" y="4860709"/>
            <a:ext cx="947826" cy="910423"/>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nvGrpSpPr>
          <p:cNvPr id="55" name="Groupe 54" descr="Icône de personne et d’engrenage ">
            <a:extLst>
              <a:ext uri="{FF2B5EF4-FFF2-40B4-BE49-F238E27FC236}">
                <a16:creationId xmlns:a16="http://schemas.microsoft.com/office/drawing/2014/main" id="{ECC5F635-1712-4572-A9EC-F94E2199DDBD}"/>
              </a:ext>
            </a:extLst>
          </p:cNvPr>
          <p:cNvGrpSpPr/>
          <p:nvPr/>
        </p:nvGrpSpPr>
        <p:grpSpPr>
          <a:xfrm>
            <a:off x="7595342" y="5174354"/>
            <a:ext cx="340960" cy="329367"/>
            <a:chOff x="6450013" y="5349875"/>
            <a:chExt cx="279399" cy="280988"/>
          </a:xfrm>
          <a:solidFill>
            <a:schemeClr val="bg1"/>
          </a:solidFill>
        </p:grpSpPr>
        <p:sp>
          <p:nvSpPr>
            <p:cNvPr id="56" name="Forme libre 3673">
              <a:extLst>
                <a:ext uri="{FF2B5EF4-FFF2-40B4-BE49-F238E27FC236}">
                  <a16:creationId xmlns:a16="http://schemas.microsoft.com/office/drawing/2014/main" id="{D1391604-D4EC-48A8-AE57-EDF194392FB1}"/>
                </a:ext>
              </a:extLst>
            </p:cNvPr>
            <p:cNvSpPr>
              <a:spLocks/>
            </p:cNvSpPr>
            <p:nvPr/>
          </p:nvSpPr>
          <p:spPr bwMode="auto">
            <a:xfrm>
              <a:off x="6450013" y="5349875"/>
              <a:ext cx="182562" cy="238125"/>
            </a:xfrm>
            <a:custGeom>
              <a:avLst/>
              <a:gdLst>
                <a:gd name="T0" fmla="*/ 379 w 459"/>
                <a:gd name="T1" fmla="*/ 550 h 602"/>
                <a:gd name="T2" fmla="*/ 380 w 459"/>
                <a:gd name="T3" fmla="*/ 519 h 602"/>
                <a:gd name="T4" fmla="*/ 345 w 459"/>
                <a:gd name="T5" fmla="*/ 495 h 602"/>
                <a:gd name="T6" fmla="*/ 397 w 459"/>
                <a:gd name="T7" fmla="*/ 400 h 602"/>
                <a:gd name="T8" fmla="*/ 408 w 459"/>
                <a:gd name="T9" fmla="*/ 395 h 602"/>
                <a:gd name="T10" fmla="*/ 450 w 459"/>
                <a:gd name="T11" fmla="*/ 406 h 602"/>
                <a:gd name="T12" fmla="*/ 412 w 459"/>
                <a:gd name="T13" fmla="*/ 384 h 602"/>
                <a:gd name="T14" fmla="*/ 376 w 459"/>
                <a:gd name="T15" fmla="*/ 370 h 602"/>
                <a:gd name="T16" fmla="*/ 361 w 459"/>
                <a:gd name="T17" fmla="*/ 307 h 602"/>
                <a:gd name="T18" fmla="*/ 379 w 459"/>
                <a:gd name="T19" fmla="*/ 288 h 602"/>
                <a:gd name="T20" fmla="*/ 397 w 459"/>
                <a:gd name="T21" fmla="*/ 252 h 602"/>
                <a:gd name="T22" fmla="*/ 406 w 459"/>
                <a:gd name="T23" fmla="*/ 214 h 602"/>
                <a:gd name="T24" fmla="*/ 415 w 459"/>
                <a:gd name="T25" fmla="*/ 202 h 602"/>
                <a:gd name="T26" fmla="*/ 420 w 459"/>
                <a:gd name="T27" fmla="*/ 183 h 602"/>
                <a:gd name="T28" fmla="*/ 416 w 459"/>
                <a:gd name="T29" fmla="*/ 152 h 602"/>
                <a:gd name="T30" fmla="*/ 412 w 459"/>
                <a:gd name="T31" fmla="*/ 121 h 602"/>
                <a:gd name="T32" fmla="*/ 420 w 459"/>
                <a:gd name="T33" fmla="*/ 78 h 602"/>
                <a:gd name="T34" fmla="*/ 415 w 459"/>
                <a:gd name="T35" fmla="*/ 45 h 602"/>
                <a:gd name="T36" fmla="*/ 403 w 459"/>
                <a:gd name="T37" fmla="*/ 27 h 602"/>
                <a:gd name="T38" fmla="*/ 382 w 459"/>
                <a:gd name="T39" fmla="*/ 15 h 602"/>
                <a:gd name="T40" fmla="*/ 341 w 459"/>
                <a:gd name="T41" fmla="*/ 3 h 602"/>
                <a:gd name="T42" fmla="*/ 291 w 459"/>
                <a:gd name="T43" fmla="*/ 0 h 602"/>
                <a:gd name="T44" fmla="*/ 245 w 459"/>
                <a:gd name="T45" fmla="*/ 9 h 602"/>
                <a:gd name="T46" fmla="*/ 213 w 459"/>
                <a:gd name="T47" fmla="*/ 27 h 602"/>
                <a:gd name="T48" fmla="*/ 201 w 459"/>
                <a:gd name="T49" fmla="*/ 42 h 602"/>
                <a:gd name="T50" fmla="*/ 181 w 459"/>
                <a:gd name="T51" fmla="*/ 44 h 602"/>
                <a:gd name="T52" fmla="*/ 163 w 459"/>
                <a:gd name="T53" fmla="*/ 56 h 602"/>
                <a:gd name="T54" fmla="*/ 155 w 459"/>
                <a:gd name="T55" fmla="*/ 87 h 602"/>
                <a:gd name="T56" fmla="*/ 164 w 459"/>
                <a:gd name="T57" fmla="*/ 138 h 602"/>
                <a:gd name="T58" fmla="*/ 159 w 459"/>
                <a:gd name="T59" fmla="*/ 144 h 602"/>
                <a:gd name="T60" fmla="*/ 150 w 459"/>
                <a:gd name="T61" fmla="*/ 162 h 602"/>
                <a:gd name="T62" fmla="*/ 149 w 459"/>
                <a:gd name="T63" fmla="*/ 184 h 602"/>
                <a:gd name="T64" fmla="*/ 154 w 459"/>
                <a:gd name="T65" fmla="*/ 201 h 602"/>
                <a:gd name="T66" fmla="*/ 163 w 459"/>
                <a:gd name="T67" fmla="*/ 214 h 602"/>
                <a:gd name="T68" fmla="*/ 169 w 459"/>
                <a:gd name="T69" fmla="*/ 237 h 602"/>
                <a:gd name="T70" fmla="*/ 179 w 459"/>
                <a:gd name="T71" fmla="*/ 271 h 602"/>
                <a:gd name="T72" fmla="*/ 203 w 459"/>
                <a:gd name="T73" fmla="*/ 306 h 602"/>
                <a:gd name="T74" fmla="*/ 215 w 459"/>
                <a:gd name="T75" fmla="*/ 364 h 602"/>
                <a:gd name="T76" fmla="*/ 171 w 459"/>
                <a:gd name="T77" fmla="*/ 381 h 602"/>
                <a:gd name="T78" fmla="*/ 106 w 459"/>
                <a:gd name="T79" fmla="*/ 401 h 602"/>
                <a:gd name="T80" fmla="*/ 46 w 459"/>
                <a:gd name="T81" fmla="*/ 428 h 602"/>
                <a:gd name="T82" fmla="*/ 22 w 459"/>
                <a:gd name="T83" fmla="*/ 449 h 602"/>
                <a:gd name="T84" fmla="*/ 10 w 459"/>
                <a:gd name="T85" fmla="*/ 479 h 602"/>
                <a:gd name="T86" fmla="*/ 2 w 459"/>
                <a:gd name="T87" fmla="*/ 540 h 602"/>
                <a:gd name="T88" fmla="*/ 1 w 459"/>
                <a:gd name="T89" fmla="*/ 594 h 602"/>
                <a:gd name="T90" fmla="*/ 11 w 459"/>
                <a:gd name="T91" fmla="*/ 602 h 602"/>
                <a:gd name="T92" fmla="*/ 345 w 459"/>
                <a:gd name="T93" fmla="*/ 589 h 602"/>
                <a:gd name="T94" fmla="*/ 352 w 459"/>
                <a:gd name="T95" fmla="*/ 577 h 60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459" h="602">
                  <a:moveTo>
                    <a:pt x="352" y="577"/>
                  </a:moveTo>
                  <a:lnTo>
                    <a:pt x="380" y="560"/>
                  </a:lnTo>
                  <a:lnTo>
                    <a:pt x="379" y="550"/>
                  </a:lnTo>
                  <a:lnTo>
                    <a:pt x="379" y="540"/>
                  </a:lnTo>
                  <a:lnTo>
                    <a:pt x="379" y="530"/>
                  </a:lnTo>
                  <a:lnTo>
                    <a:pt x="380" y="519"/>
                  </a:lnTo>
                  <a:lnTo>
                    <a:pt x="352" y="503"/>
                  </a:lnTo>
                  <a:lnTo>
                    <a:pt x="348" y="499"/>
                  </a:lnTo>
                  <a:lnTo>
                    <a:pt x="345" y="495"/>
                  </a:lnTo>
                  <a:lnTo>
                    <a:pt x="345" y="490"/>
                  </a:lnTo>
                  <a:lnTo>
                    <a:pt x="346" y="486"/>
                  </a:lnTo>
                  <a:lnTo>
                    <a:pt x="397" y="400"/>
                  </a:lnTo>
                  <a:lnTo>
                    <a:pt x="399" y="397"/>
                  </a:lnTo>
                  <a:lnTo>
                    <a:pt x="403" y="395"/>
                  </a:lnTo>
                  <a:lnTo>
                    <a:pt x="408" y="395"/>
                  </a:lnTo>
                  <a:lnTo>
                    <a:pt x="413" y="396"/>
                  </a:lnTo>
                  <a:lnTo>
                    <a:pt x="441" y="413"/>
                  </a:lnTo>
                  <a:lnTo>
                    <a:pt x="450" y="406"/>
                  </a:lnTo>
                  <a:lnTo>
                    <a:pt x="459" y="401"/>
                  </a:lnTo>
                  <a:lnTo>
                    <a:pt x="424" y="388"/>
                  </a:lnTo>
                  <a:lnTo>
                    <a:pt x="412" y="384"/>
                  </a:lnTo>
                  <a:lnTo>
                    <a:pt x="400" y="379"/>
                  </a:lnTo>
                  <a:lnTo>
                    <a:pt x="389" y="375"/>
                  </a:lnTo>
                  <a:lnTo>
                    <a:pt x="376" y="370"/>
                  </a:lnTo>
                  <a:lnTo>
                    <a:pt x="368" y="368"/>
                  </a:lnTo>
                  <a:lnTo>
                    <a:pt x="361" y="364"/>
                  </a:lnTo>
                  <a:lnTo>
                    <a:pt x="361" y="307"/>
                  </a:lnTo>
                  <a:lnTo>
                    <a:pt x="366" y="302"/>
                  </a:lnTo>
                  <a:lnTo>
                    <a:pt x="372" y="297"/>
                  </a:lnTo>
                  <a:lnTo>
                    <a:pt x="379" y="288"/>
                  </a:lnTo>
                  <a:lnTo>
                    <a:pt x="385" y="279"/>
                  </a:lnTo>
                  <a:lnTo>
                    <a:pt x="391" y="266"/>
                  </a:lnTo>
                  <a:lnTo>
                    <a:pt x="397" y="252"/>
                  </a:lnTo>
                  <a:lnTo>
                    <a:pt x="400" y="235"/>
                  </a:lnTo>
                  <a:lnTo>
                    <a:pt x="402" y="216"/>
                  </a:lnTo>
                  <a:lnTo>
                    <a:pt x="406" y="214"/>
                  </a:lnTo>
                  <a:lnTo>
                    <a:pt x="409" y="211"/>
                  </a:lnTo>
                  <a:lnTo>
                    <a:pt x="412" y="207"/>
                  </a:lnTo>
                  <a:lnTo>
                    <a:pt x="415" y="202"/>
                  </a:lnTo>
                  <a:lnTo>
                    <a:pt x="417" y="197"/>
                  </a:lnTo>
                  <a:lnTo>
                    <a:pt x="418" y="191"/>
                  </a:lnTo>
                  <a:lnTo>
                    <a:pt x="420" y="183"/>
                  </a:lnTo>
                  <a:lnTo>
                    <a:pt x="420" y="175"/>
                  </a:lnTo>
                  <a:lnTo>
                    <a:pt x="420" y="164"/>
                  </a:lnTo>
                  <a:lnTo>
                    <a:pt x="416" y="152"/>
                  </a:lnTo>
                  <a:lnTo>
                    <a:pt x="412" y="144"/>
                  </a:lnTo>
                  <a:lnTo>
                    <a:pt x="406" y="137"/>
                  </a:lnTo>
                  <a:lnTo>
                    <a:pt x="412" y="121"/>
                  </a:lnTo>
                  <a:lnTo>
                    <a:pt x="417" y="101"/>
                  </a:lnTo>
                  <a:lnTo>
                    <a:pt x="420" y="89"/>
                  </a:lnTo>
                  <a:lnTo>
                    <a:pt x="420" y="78"/>
                  </a:lnTo>
                  <a:lnTo>
                    <a:pt x="420" y="65"/>
                  </a:lnTo>
                  <a:lnTo>
                    <a:pt x="417" y="53"/>
                  </a:lnTo>
                  <a:lnTo>
                    <a:pt x="415" y="45"/>
                  </a:lnTo>
                  <a:lnTo>
                    <a:pt x="412" y="39"/>
                  </a:lnTo>
                  <a:lnTo>
                    <a:pt x="407" y="34"/>
                  </a:lnTo>
                  <a:lnTo>
                    <a:pt x="403" y="27"/>
                  </a:lnTo>
                  <a:lnTo>
                    <a:pt x="397" y="24"/>
                  </a:lnTo>
                  <a:lnTo>
                    <a:pt x="390" y="18"/>
                  </a:lnTo>
                  <a:lnTo>
                    <a:pt x="382" y="15"/>
                  </a:lnTo>
                  <a:lnTo>
                    <a:pt x="376" y="12"/>
                  </a:lnTo>
                  <a:lnTo>
                    <a:pt x="359" y="7"/>
                  </a:lnTo>
                  <a:lnTo>
                    <a:pt x="341" y="3"/>
                  </a:lnTo>
                  <a:lnTo>
                    <a:pt x="325" y="0"/>
                  </a:lnTo>
                  <a:lnTo>
                    <a:pt x="307" y="0"/>
                  </a:lnTo>
                  <a:lnTo>
                    <a:pt x="291" y="0"/>
                  </a:lnTo>
                  <a:lnTo>
                    <a:pt x="276" y="2"/>
                  </a:lnTo>
                  <a:lnTo>
                    <a:pt x="260" y="6"/>
                  </a:lnTo>
                  <a:lnTo>
                    <a:pt x="245" y="9"/>
                  </a:lnTo>
                  <a:lnTo>
                    <a:pt x="231" y="16"/>
                  </a:lnTo>
                  <a:lnTo>
                    <a:pt x="218" y="22"/>
                  </a:lnTo>
                  <a:lnTo>
                    <a:pt x="213" y="27"/>
                  </a:lnTo>
                  <a:lnTo>
                    <a:pt x="209" y="31"/>
                  </a:lnTo>
                  <a:lnTo>
                    <a:pt x="204" y="36"/>
                  </a:lnTo>
                  <a:lnTo>
                    <a:pt x="201" y="42"/>
                  </a:lnTo>
                  <a:lnTo>
                    <a:pt x="194" y="42"/>
                  </a:lnTo>
                  <a:lnTo>
                    <a:pt x="187" y="43"/>
                  </a:lnTo>
                  <a:lnTo>
                    <a:pt x="181" y="44"/>
                  </a:lnTo>
                  <a:lnTo>
                    <a:pt x="176" y="45"/>
                  </a:lnTo>
                  <a:lnTo>
                    <a:pt x="168" y="51"/>
                  </a:lnTo>
                  <a:lnTo>
                    <a:pt x="163" y="56"/>
                  </a:lnTo>
                  <a:lnTo>
                    <a:pt x="158" y="65"/>
                  </a:lnTo>
                  <a:lnTo>
                    <a:pt x="155" y="75"/>
                  </a:lnTo>
                  <a:lnTo>
                    <a:pt x="155" y="87"/>
                  </a:lnTo>
                  <a:lnTo>
                    <a:pt x="155" y="98"/>
                  </a:lnTo>
                  <a:lnTo>
                    <a:pt x="159" y="120"/>
                  </a:lnTo>
                  <a:lnTo>
                    <a:pt x="164" y="138"/>
                  </a:lnTo>
                  <a:lnTo>
                    <a:pt x="164" y="139"/>
                  </a:lnTo>
                  <a:lnTo>
                    <a:pt x="164" y="139"/>
                  </a:lnTo>
                  <a:lnTo>
                    <a:pt x="159" y="144"/>
                  </a:lnTo>
                  <a:lnTo>
                    <a:pt x="154" y="151"/>
                  </a:lnTo>
                  <a:lnTo>
                    <a:pt x="151" y="156"/>
                  </a:lnTo>
                  <a:lnTo>
                    <a:pt x="150" y="162"/>
                  </a:lnTo>
                  <a:lnTo>
                    <a:pt x="149" y="170"/>
                  </a:lnTo>
                  <a:lnTo>
                    <a:pt x="149" y="176"/>
                  </a:lnTo>
                  <a:lnTo>
                    <a:pt x="149" y="184"/>
                  </a:lnTo>
                  <a:lnTo>
                    <a:pt x="150" y="191"/>
                  </a:lnTo>
                  <a:lnTo>
                    <a:pt x="151" y="196"/>
                  </a:lnTo>
                  <a:lnTo>
                    <a:pt x="154" y="201"/>
                  </a:lnTo>
                  <a:lnTo>
                    <a:pt x="156" y="206"/>
                  </a:lnTo>
                  <a:lnTo>
                    <a:pt x="159" y="210"/>
                  </a:lnTo>
                  <a:lnTo>
                    <a:pt x="163" y="214"/>
                  </a:lnTo>
                  <a:lnTo>
                    <a:pt x="167" y="216"/>
                  </a:lnTo>
                  <a:lnTo>
                    <a:pt x="168" y="227"/>
                  </a:lnTo>
                  <a:lnTo>
                    <a:pt x="169" y="237"/>
                  </a:lnTo>
                  <a:lnTo>
                    <a:pt x="172" y="246"/>
                  </a:lnTo>
                  <a:lnTo>
                    <a:pt x="174" y="255"/>
                  </a:lnTo>
                  <a:lnTo>
                    <a:pt x="179" y="271"/>
                  </a:lnTo>
                  <a:lnTo>
                    <a:pt x="187" y="286"/>
                  </a:lnTo>
                  <a:lnTo>
                    <a:pt x="195" y="297"/>
                  </a:lnTo>
                  <a:lnTo>
                    <a:pt x="203" y="306"/>
                  </a:lnTo>
                  <a:lnTo>
                    <a:pt x="210" y="314"/>
                  </a:lnTo>
                  <a:lnTo>
                    <a:pt x="215" y="319"/>
                  </a:lnTo>
                  <a:lnTo>
                    <a:pt x="215" y="364"/>
                  </a:lnTo>
                  <a:lnTo>
                    <a:pt x="201" y="369"/>
                  </a:lnTo>
                  <a:lnTo>
                    <a:pt x="186" y="375"/>
                  </a:lnTo>
                  <a:lnTo>
                    <a:pt x="171" y="381"/>
                  </a:lnTo>
                  <a:lnTo>
                    <a:pt x="155" y="384"/>
                  </a:lnTo>
                  <a:lnTo>
                    <a:pt x="129" y="393"/>
                  </a:lnTo>
                  <a:lnTo>
                    <a:pt x="106" y="401"/>
                  </a:lnTo>
                  <a:lnTo>
                    <a:pt x="83" y="410"/>
                  </a:lnTo>
                  <a:lnTo>
                    <a:pt x="64" y="419"/>
                  </a:lnTo>
                  <a:lnTo>
                    <a:pt x="46" y="428"/>
                  </a:lnTo>
                  <a:lnTo>
                    <a:pt x="32" y="438"/>
                  </a:lnTo>
                  <a:lnTo>
                    <a:pt x="27" y="444"/>
                  </a:lnTo>
                  <a:lnTo>
                    <a:pt x="22" y="449"/>
                  </a:lnTo>
                  <a:lnTo>
                    <a:pt x="18" y="455"/>
                  </a:lnTo>
                  <a:lnTo>
                    <a:pt x="15" y="460"/>
                  </a:lnTo>
                  <a:lnTo>
                    <a:pt x="10" y="479"/>
                  </a:lnTo>
                  <a:lnTo>
                    <a:pt x="6" y="499"/>
                  </a:lnTo>
                  <a:lnTo>
                    <a:pt x="4" y="521"/>
                  </a:lnTo>
                  <a:lnTo>
                    <a:pt x="2" y="540"/>
                  </a:lnTo>
                  <a:lnTo>
                    <a:pt x="0" y="573"/>
                  </a:lnTo>
                  <a:lnTo>
                    <a:pt x="0" y="589"/>
                  </a:lnTo>
                  <a:lnTo>
                    <a:pt x="1" y="594"/>
                  </a:lnTo>
                  <a:lnTo>
                    <a:pt x="4" y="598"/>
                  </a:lnTo>
                  <a:lnTo>
                    <a:pt x="7" y="600"/>
                  </a:lnTo>
                  <a:lnTo>
                    <a:pt x="11" y="602"/>
                  </a:lnTo>
                  <a:lnTo>
                    <a:pt x="350" y="602"/>
                  </a:lnTo>
                  <a:lnTo>
                    <a:pt x="346" y="594"/>
                  </a:lnTo>
                  <a:lnTo>
                    <a:pt x="345" y="589"/>
                  </a:lnTo>
                  <a:lnTo>
                    <a:pt x="345" y="585"/>
                  </a:lnTo>
                  <a:lnTo>
                    <a:pt x="348" y="581"/>
                  </a:lnTo>
                  <a:lnTo>
                    <a:pt x="352" y="57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sp>
          <p:nvSpPr>
            <p:cNvPr id="57" name="Forme libre 3674">
              <a:extLst>
                <a:ext uri="{FF2B5EF4-FFF2-40B4-BE49-F238E27FC236}">
                  <a16:creationId xmlns:a16="http://schemas.microsoft.com/office/drawing/2014/main" id="{44A4D0F8-0767-41BC-BE62-0AED99EC8B25}"/>
                </a:ext>
              </a:extLst>
            </p:cNvPr>
            <p:cNvSpPr>
              <a:spLocks noEditPoints="1"/>
            </p:cNvSpPr>
            <p:nvPr/>
          </p:nvSpPr>
          <p:spPr bwMode="auto">
            <a:xfrm>
              <a:off x="6597650" y="5497513"/>
              <a:ext cx="131762" cy="133350"/>
            </a:xfrm>
            <a:custGeom>
              <a:avLst/>
              <a:gdLst>
                <a:gd name="T0" fmla="*/ 151 w 332"/>
                <a:gd name="T1" fmla="*/ 243 h 336"/>
                <a:gd name="T2" fmla="*/ 129 w 332"/>
                <a:gd name="T3" fmla="*/ 235 h 336"/>
                <a:gd name="T4" fmla="*/ 111 w 332"/>
                <a:gd name="T5" fmla="*/ 222 h 336"/>
                <a:gd name="T6" fmla="*/ 97 w 332"/>
                <a:gd name="T7" fmla="*/ 204 h 336"/>
                <a:gd name="T8" fmla="*/ 89 w 332"/>
                <a:gd name="T9" fmla="*/ 182 h 336"/>
                <a:gd name="T10" fmla="*/ 88 w 332"/>
                <a:gd name="T11" fmla="*/ 159 h 336"/>
                <a:gd name="T12" fmla="*/ 94 w 332"/>
                <a:gd name="T13" fmla="*/ 136 h 336"/>
                <a:gd name="T14" fmla="*/ 106 w 332"/>
                <a:gd name="T15" fmla="*/ 117 h 336"/>
                <a:gd name="T16" fmla="*/ 122 w 332"/>
                <a:gd name="T17" fmla="*/ 103 h 336"/>
                <a:gd name="T18" fmla="*/ 143 w 332"/>
                <a:gd name="T19" fmla="*/ 92 h 336"/>
                <a:gd name="T20" fmla="*/ 166 w 332"/>
                <a:gd name="T21" fmla="*/ 89 h 336"/>
                <a:gd name="T22" fmla="*/ 189 w 332"/>
                <a:gd name="T23" fmla="*/ 92 h 336"/>
                <a:gd name="T24" fmla="*/ 210 w 332"/>
                <a:gd name="T25" fmla="*/ 103 h 336"/>
                <a:gd name="T26" fmla="*/ 226 w 332"/>
                <a:gd name="T27" fmla="*/ 117 h 336"/>
                <a:gd name="T28" fmla="*/ 238 w 332"/>
                <a:gd name="T29" fmla="*/ 136 h 336"/>
                <a:gd name="T30" fmla="*/ 243 w 332"/>
                <a:gd name="T31" fmla="*/ 159 h 336"/>
                <a:gd name="T32" fmla="*/ 242 w 332"/>
                <a:gd name="T33" fmla="*/ 182 h 336"/>
                <a:gd name="T34" fmla="*/ 234 w 332"/>
                <a:gd name="T35" fmla="*/ 204 h 336"/>
                <a:gd name="T36" fmla="*/ 221 w 332"/>
                <a:gd name="T37" fmla="*/ 222 h 336"/>
                <a:gd name="T38" fmla="*/ 203 w 332"/>
                <a:gd name="T39" fmla="*/ 235 h 336"/>
                <a:gd name="T40" fmla="*/ 181 w 332"/>
                <a:gd name="T41" fmla="*/ 243 h 336"/>
                <a:gd name="T42" fmla="*/ 306 w 332"/>
                <a:gd name="T43" fmla="*/ 204 h 336"/>
                <a:gd name="T44" fmla="*/ 300 w 332"/>
                <a:gd name="T45" fmla="*/ 195 h 336"/>
                <a:gd name="T46" fmla="*/ 302 w 332"/>
                <a:gd name="T47" fmla="*/ 167 h 336"/>
                <a:gd name="T48" fmla="*/ 300 w 332"/>
                <a:gd name="T49" fmla="*/ 139 h 336"/>
                <a:gd name="T50" fmla="*/ 306 w 332"/>
                <a:gd name="T51" fmla="*/ 130 h 336"/>
                <a:gd name="T52" fmla="*/ 269 w 332"/>
                <a:gd name="T53" fmla="*/ 64 h 336"/>
                <a:gd name="T54" fmla="*/ 257 w 332"/>
                <a:gd name="T55" fmla="*/ 65 h 336"/>
                <a:gd name="T56" fmla="*/ 242 w 332"/>
                <a:gd name="T57" fmla="*/ 53 h 336"/>
                <a:gd name="T58" fmla="*/ 215 w 332"/>
                <a:gd name="T59" fmla="*/ 35 h 336"/>
                <a:gd name="T60" fmla="*/ 207 w 332"/>
                <a:gd name="T61" fmla="*/ 27 h 336"/>
                <a:gd name="T62" fmla="*/ 135 w 332"/>
                <a:gd name="T63" fmla="*/ 0 h 336"/>
                <a:gd name="T64" fmla="*/ 133 w 332"/>
                <a:gd name="T65" fmla="*/ 31 h 336"/>
                <a:gd name="T66" fmla="*/ 113 w 332"/>
                <a:gd name="T67" fmla="*/ 41 h 336"/>
                <a:gd name="T68" fmla="*/ 77 w 332"/>
                <a:gd name="T69" fmla="*/ 63 h 336"/>
                <a:gd name="T70" fmla="*/ 67 w 332"/>
                <a:gd name="T71" fmla="*/ 65 h 336"/>
                <a:gd name="T72" fmla="*/ 0 w 332"/>
                <a:gd name="T73" fmla="*/ 114 h 336"/>
                <a:gd name="T74" fmla="*/ 31 w 332"/>
                <a:gd name="T75" fmla="*/ 135 h 336"/>
                <a:gd name="T76" fmla="*/ 30 w 332"/>
                <a:gd name="T77" fmla="*/ 154 h 336"/>
                <a:gd name="T78" fmla="*/ 31 w 332"/>
                <a:gd name="T79" fmla="*/ 191 h 336"/>
                <a:gd name="T80" fmla="*/ 29 w 332"/>
                <a:gd name="T81" fmla="*/ 202 h 336"/>
                <a:gd name="T82" fmla="*/ 38 w 332"/>
                <a:gd name="T83" fmla="*/ 284 h 336"/>
                <a:gd name="T84" fmla="*/ 71 w 332"/>
                <a:gd name="T85" fmla="*/ 267 h 336"/>
                <a:gd name="T86" fmla="*/ 89 w 332"/>
                <a:gd name="T87" fmla="*/ 279 h 336"/>
                <a:gd name="T88" fmla="*/ 139 w 332"/>
                <a:gd name="T89" fmla="*/ 300 h 336"/>
                <a:gd name="T90" fmla="*/ 146 w 332"/>
                <a:gd name="T91" fmla="*/ 308 h 336"/>
                <a:gd name="T92" fmla="*/ 207 w 332"/>
                <a:gd name="T93" fmla="*/ 336 h 336"/>
                <a:gd name="T94" fmla="*/ 208 w 332"/>
                <a:gd name="T95" fmla="*/ 306 h 336"/>
                <a:gd name="T96" fmla="*/ 223 w 332"/>
                <a:gd name="T97" fmla="*/ 297 h 336"/>
                <a:gd name="T98" fmla="*/ 246 w 332"/>
                <a:gd name="T99" fmla="*/ 279 h 336"/>
                <a:gd name="T100" fmla="*/ 257 w 332"/>
                <a:gd name="T101" fmla="*/ 268 h 336"/>
                <a:gd name="T102" fmla="*/ 269 w 332"/>
                <a:gd name="T103" fmla="*/ 270 h 336"/>
                <a:gd name="T104" fmla="*/ 306 w 332"/>
                <a:gd name="T105" fmla="*/ 204 h 33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Lst>
              <a:rect l="0" t="0" r="r" b="b"/>
              <a:pathLst>
                <a:path w="332" h="336">
                  <a:moveTo>
                    <a:pt x="166" y="245"/>
                  </a:moveTo>
                  <a:lnTo>
                    <a:pt x="158" y="244"/>
                  </a:lnTo>
                  <a:lnTo>
                    <a:pt x="151" y="243"/>
                  </a:lnTo>
                  <a:lnTo>
                    <a:pt x="143" y="241"/>
                  </a:lnTo>
                  <a:lnTo>
                    <a:pt x="135" y="239"/>
                  </a:lnTo>
                  <a:lnTo>
                    <a:pt x="129" y="235"/>
                  </a:lnTo>
                  <a:lnTo>
                    <a:pt x="122" y="231"/>
                  </a:lnTo>
                  <a:lnTo>
                    <a:pt x="116" y="227"/>
                  </a:lnTo>
                  <a:lnTo>
                    <a:pt x="111" y="222"/>
                  </a:lnTo>
                  <a:lnTo>
                    <a:pt x="106" y="217"/>
                  </a:lnTo>
                  <a:lnTo>
                    <a:pt x="101" y="211"/>
                  </a:lnTo>
                  <a:lnTo>
                    <a:pt x="97" y="204"/>
                  </a:lnTo>
                  <a:lnTo>
                    <a:pt x="94" y="198"/>
                  </a:lnTo>
                  <a:lnTo>
                    <a:pt x="92" y="190"/>
                  </a:lnTo>
                  <a:lnTo>
                    <a:pt x="89" y="182"/>
                  </a:lnTo>
                  <a:lnTo>
                    <a:pt x="88" y="175"/>
                  </a:lnTo>
                  <a:lnTo>
                    <a:pt x="88" y="167"/>
                  </a:lnTo>
                  <a:lnTo>
                    <a:pt x="88" y="159"/>
                  </a:lnTo>
                  <a:lnTo>
                    <a:pt x="89" y="151"/>
                  </a:lnTo>
                  <a:lnTo>
                    <a:pt x="92" y="144"/>
                  </a:lnTo>
                  <a:lnTo>
                    <a:pt x="94" y="136"/>
                  </a:lnTo>
                  <a:lnTo>
                    <a:pt x="97" y="130"/>
                  </a:lnTo>
                  <a:lnTo>
                    <a:pt x="101" y="123"/>
                  </a:lnTo>
                  <a:lnTo>
                    <a:pt x="106" y="117"/>
                  </a:lnTo>
                  <a:lnTo>
                    <a:pt x="111" y="112"/>
                  </a:lnTo>
                  <a:lnTo>
                    <a:pt x="116" y="106"/>
                  </a:lnTo>
                  <a:lnTo>
                    <a:pt x="122" y="103"/>
                  </a:lnTo>
                  <a:lnTo>
                    <a:pt x="129" y="99"/>
                  </a:lnTo>
                  <a:lnTo>
                    <a:pt x="135" y="95"/>
                  </a:lnTo>
                  <a:lnTo>
                    <a:pt x="143" y="92"/>
                  </a:lnTo>
                  <a:lnTo>
                    <a:pt x="151" y="90"/>
                  </a:lnTo>
                  <a:lnTo>
                    <a:pt x="158" y="90"/>
                  </a:lnTo>
                  <a:lnTo>
                    <a:pt x="166" y="89"/>
                  </a:lnTo>
                  <a:lnTo>
                    <a:pt x="174" y="90"/>
                  </a:lnTo>
                  <a:lnTo>
                    <a:pt x="181" y="90"/>
                  </a:lnTo>
                  <a:lnTo>
                    <a:pt x="189" y="92"/>
                  </a:lnTo>
                  <a:lnTo>
                    <a:pt x="196" y="95"/>
                  </a:lnTo>
                  <a:lnTo>
                    <a:pt x="203" y="99"/>
                  </a:lnTo>
                  <a:lnTo>
                    <a:pt x="210" y="103"/>
                  </a:lnTo>
                  <a:lnTo>
                    <a:pt x="215" y="106"/>
                  </a:lnTo>
                  <a:lnTo>
                    <a:pt x="221" y="112"/>
                  </a:lnTo>
                  <a:lnTo>
                    <a:pt x="226" y="117"/>
                  </a:lnTo>
                  <a:lnTo>
                    <a:pt x="230" y="123"/>
                  </a:lnTo>
                  <a:lnTo>
                    <a:pt x="234" y="130"/>
                  </a:lnTo>
                  <a:lnTo>
                    <a:pt x="238" y="136"/>
                  </a:lnTo>
                  <a:lnTo>
                    <a:pt x="241" y="144"/>
                  </a:lnTo>
                  <a:lnTo>
                    <a:pt x="242" y="151"/>
                  </a:lnTo>
                  <a:lnTo>
                    <a:pt x="243" y="159"/>
                  </a:lnTo>
                  <a:lnTo>
                    <a:pt x="244" y="167"/>
                  </a:lnTo>
                  <a:lnTo>
                    <a:pt x="243" y="175"/>
                  </a:lnTo>
                  <a:lnTo>
                    <a:pt x="242" y="182"/>
                  </a:lnTo>
                  <a:lnTo>
                    <a:pt x="241" y="190"/>
                  </a:lnTo>
                  <a:lnTo>
                    <a:pt x="238" y="198"/>
                  </a:lnTo>
                  <a:lnTo>
                    <a:pt x="234" y="204"/>
                  </a:lnTo>
                  <a:lnTo>
                    <a:pt x="230" y="211"/>
                  </a:lnTo>
                  <a:lnTo>
                    <a:pt x="226" y="217"/>
                  </a:lnTo>
                  <a:lnTo>
                    <a:pt x="221" y="222"/>
                  </a:lnTo>
                  <a:lnTo>
                    <a:pt x="215" y="227"/>
                  </a:lnTo>
                  <a:lnTo>
                    <a:pt x="210" y="231"/>
                  </a:lnTo>
                  <a:lnTo>
                    <a:pt x="203" y="235"/>
                  </a:lnTo>
                  <a:lnTo>
                    <a:pt x="196" y="239"/>
                  </a:lnTo>
                  <a:lnTo>
                    <a:pt x="189" y="241"/>
                  </a:lnTo>
                  <a:lnTo>
                    <a:pt x="181" y="243"/>
                  </a:lnTo>
                  <a:lnTo>
                    <a:pt x="174" y="244"/>
                  </a:lnTo>
                  <a:lnTo>
                    <a:pt x="166" y="245"/>
                  </a:lnTo>
                  <a:close/>
                  <a:moveTo>
                    <a:pt x="306" y="204"/>
                  </a:moveTo>
                  <a:lnTo>
                    <a:pt x="302" y="202"/>
                  </a:lnTo>
                  <a:lnTo>
                    <a:pt x="301" y="199"/>
                  </a:lnTo>
                  <a:lnTo>
                    <a:pt x="300" y="195"/>
                  </a:lnTo>
                  <a:lnTo>
                    <a:pt x="300" y="191"/>
                  </a:lnTo>
                  <a:lnTo>
                    <a:pt x="302" y="180"/>
                  </a:lnTo>
                  <a:lnTo>
                    <a:pt x="302" y="167"/>
                  </a:lnTo>
                  <a:lnTo>
                    <a:pt x="302" y="154"/>
                  </a:lnTo>
                  <a:lnTo>
                    <a:pt x="300" y="142"/>
                  </a:lnTo>
                  <a:lnTo>
                    <a:pt x="300" y="139"/>
                  </a:lnTo>
                  <a:lnTo>
                    <a:pt x="301" y="135"/>
                  </a:lnTo>
                  <a:lnTo>
                    <a:pt x="302" y="132"/>
                  </a:lnTo>
                  <a:lnTo>
                    <a:pt x="306" y="130"/>
                  </a:lnTo>
                  <a:lnTo>
                    <a:pt x="332" y="114"/>
                  </a:lnTo>
                  <a:lnTo>
                    <a:pt x="293" y="50"/>
                  </a:lnTo>
                  <a:lnTo>
                    <a:pt x="269" y="64"/>
                  </a:lnTo>
                  <a:lnTo>
                    <a:pt x="265" y="65"/>
                  </a:lnTo>
                  <a:lnTo>
                    <a:pt x="261" y="65"/>
                  </a:lnTo>
                  <a:lnTo>
                    <a:pt x="257" y="65"/>
                  </a:lnTo>
                  <a:lnTo>
                    <a:pt x="255" y="63"/>
                  </a:lnTo>
                  <a:lnTo>
                    <a:pt x="251" y="59"/>
                  </a:lnTo>
                  <a:lnTo>
                    <a:pt x="242" y="53"/>
                  </a:lnTo>
                  <a:lnTo>
                    <a:pt x="233" y="45"/>
                  </a:lnTo>
                  <a:lnTo>
                    <a:pt x="224" y="40"/>
                  </a:lnTo>
                  <a:lnTo>
                    <a:pt x="215" y="35"/>
                  </a:lnTo>
                  <a:lnTo>
                    <a:pt x="211" y="33"/>
                  </a:lnTo>
                  <a:lnTo>
                    <a:pt x="208" y="31"/>
                  </a:lnTo>
                  <a:lnTo>
                    <a:pt x="207" y="27"/>
                  </a:lnTo>
                  <a:lnTo>
                    <a:pt x="207" y="24"/>
                  </a:lnTo>
                  <a:lnTo>
                    <a:pt x="207" y="0"/>
                  </a:lnTo>
                  <a:lnTo>
                    <a:pt x="135" y="0"/>
                  </a:lnTo>
                  <a:lnTo>
                    <a:pt x="135" y="24"/>
                  </a:lnTo>
                  <a:lnTo>
                    <a:pt x="134" y="27"/>
                  </a:lnTo>
                  <a:lnTo>
                    <a:pt x="133" y="31"/>
                  </a:lnTo>
                  <a:lnTo>
                    <a:pt x="130" y="33"/>
                  </a:lnTo>
                  <a:lnTo>
                    <a:pt x="126" y="35"/>
                  </a:lnTo>
                  <a:lnTo>
                    <a:pt x="113" y="41"/>
                  </a:lnTo>
                  <a:lnTo>
                    <a:pt x="101" y="47"/>
                  </a:lnTo>
                  <a:lnTo>
                    <a:pt x="88" y="55"/>
                  </a:lnTo>
                  <a:lnTo>
                    <a:pt x="77" y="63"/>
                  </a:lnTo>
                  <a:lnTo>
                    <a:pt x="75" y="65"/>
                  </a:lnTo>
                  <a:lnTo>
                    <a:pt x="71" y="65"/>
                  </a:lnTo>
                  <a:lnTo>
                    <a:pt x="67" y="65"/>
                  </a:lnTo>
                  <a:lnTo>
                    <a:pt x="63" y="64"/>
                  </a:lnTo>
                  <a:lnTo>
                    <a:pt x="38" y="50"/>
                  </a:lnTo>
                  <a:lnTo>
                    <a:pt x="0" y="114"/>
                  </a:lnTo>
                  <a:lnTo>
                    <a:pt x="26" y="130"/>
                  </a:lnTo>
                  <a:lnTo>
                    <a:pt x="29" y="132"/>
                  </a:lnTo>
                  <a:lnTo>
                    <a:pt x="31" y="135"/>
                  </a:lnTo>
                  <a:lnTo>
                    <a:pt x="33" y="139"/>
                  </a:lnTo>
                  <a:lnTo>
                    <a:pt x="31" y="142"/>
                  </a:lnTo>
                  <a:lnTo>
                    <a:pt x="30" y="154"/>
                  </a:lnTo>
                  <a:lnTo>
                    <a:pt x="30" y="167"/>
                  </a:lnTo>
                  <a:lnTo>
                    <a:pt x="30" y="178"/>
                  </a:lnTo>
                  <a:lnTo>
                    <a:pt x="31" y="191"/>
                  </a:lnTo>
                  <a:lnTo>
                    <a:pt x="33" y="195"/>
                  </a:lnTo>
                  <a:lnTo>
                    <a:pt x="31" y="199"/>
                  </a:lnTo>
                  <a:lnTo>
                    <a:pt x="29" y="202"/>
                  </a:lnTo>
                  <a:lnTo>
                    <a:pt x="26" y="204"/>
                  </a:lnTo>
                  <a:lnTo>
                    <a:pt x="0" y="220"/>
                  </a:lnTo>
                  <a:lnTo>
                    <a:pt x="38" y="284"/>
                  </a:lnTo>
                  <a:lnTo>
                    <a:pt x="63" y="270"/>
                  </a:lnTo>
                  <a:lnTo>
                    <a:pt x="67" y="268"/>
                  </a:lnTo>
                  <a:lnTo>
                    <a:pt x="71" y="267"/>
                  </a:lnTo>
                  <a:lnTo>
                    <a:pt x="75" y="268"/>
                  </a:lnTo>
                  <a:lnTo>
                    <a:pt x="77" y="271"/>
                  </a:lnTo>
                  <a:lnTo>
                    <a:pt x="89" y="279"/>
                  </a:lnTo>
                  <a:lnTo>
                    <a:pt x="106" y="286"/>
                  </a:lnTo>
                  <a:lnTo>
                    <a:pt x="124" y="295"/>
                  </a:lnTo>
                  <a:lnTo>
                    <a:pt x="139" y="300"/>
                  </a:lnTo>
                  <a:lnTo>
                    <a:pt x="142" y="303"/>
                  </a:lnTo>
                  <a:lnTo>
                    <a:pt x="144" y="306"/>
                  </a:lnTo>
                  <a:lnTo>
                    <a:pt x="146" y="308"/>
                  </a:lnTo>
                  <a:lnTo>
                    <a:pt x="147" y="312"/>
                  </a:lnTo>
                  <a:lnTo>
                    <a:pt x="147" y="336"/>
                  </a:lnTo>
                  <a:lnTo>
                    <a:pt x="207" y="336"/>
                  </a:lnTo>
                  <a:lnTo>
                    <a:pt x="207" y="312"/>
                  </a:lnTo>
                  <a:lnTo>
                    <a:pt x="207" y="308"/>
                  </a:lnTo>
                  <a:lnTo>
                    <a:pt x="208" y="306"/>
                  </a:lnTo>
                  <a:lnTo>
                    <a:pt x="211" y="303"/>
                  </a:lnTo>
                  <a:lnTo>
                    <a:pt x="215" y="300"/>
                  </a:lnTo>
                  <a:lnTo>
                    <a:pt x="223" y="297"/>
                  </a:lnTo>
                  <a:lnTo>
                    <a:pt x="230" y="291"/>
                  </a:lnTo>
                  <a:lnTo>
                    <a:pt x="238" y="285"/>
                  </a:lnTo>
                  <a:lnTo>
                    <a:pt x="246" y="279"/>
                  </a:lnTo>
                  <a:lnTo>
                    <a:pt x="250" y="275"/>
                  </a:lnTo>
                  <a:lnTo>
                    <a:pt x="255" y="271"/>
                  </a:lnTo>
                  <a:lnTo>
                    <a:pt x="257" y="268"/>
                  </a:lnTo>
                  <a:lnTo>
                    <a:pt x="261" y="267"/>
                  </a:lnTo>
                  <a:lnTo>
                    <a:pt x="265" y="268"/>
                  </a:lnTo>
                  <a:lnTo>
                    <a:pt x="269" y="270"/>
                  </a:lnTo>
                  <a:lnTo>
                    <a:pt x="295" y="284"/>
                  </a:lnTo>
                  <a:lnTo>
                    <a:pt x="332" y="220"/>
                  </a:lnTo>
                  <a:lnTo>
                    <a:pt x="306" y="20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grpSp>
      <p:sp>
        <p:nvSpPr>
          <p:cNvPr id="58" name="Rectangle : Coins arrondis 28">
            <a:extLst>
              <a:ext uri="{FF2B5EF4-FFF2-40B4-BE49-F238E27FC236}">
                <a16:creationId xmlns:a16="http://schemas.microsoft.com/office/drawing/2014/main" id="{D4D7D4B6-62C2-45AB-89A5-3A41DA021FD2}"/>
              </a:ext>
              <a:ext uri="{C183D7F6-B498-43B3-948B-1728B52AA6E4}">
                <adec:decorative xmlns="" xmlns:adec="http://schemas.microsoft.com/office/drawing/2017/decorative" val="1"/>
              </a:ext>
            </a:extLst>
          </p:cNvPr>
          <p:cNvSpPr/>
          <p:nvPr/>
        </p:nvSpPr>
        <p:spPr>
          <a:xfrm>
            <a:off x="981076" y="4980121"/>
            <a:ext cx="3600400" cy="717834"/>
          </a:xfrm>
          <a:prstGeom prst="roundRect">
            <a:avLst>
              <a:gd name="adj" fmla="val 50000"/>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r>
              <a:rPr lang="fr-FR" sz="2400" b="1" dirty="0">
                <a:solidFill>
                  <a:schemeClr val="bg1"/>
                </a:solidFill>
              </a:rPr>
              <a:t>PERSPECTIVES &amp; CONCLUSION</a:t>
            </a:r>
          </a:p>
        </p:txBody>
      </p:sp>
      <p:sp>
        <p:nvSpPr>
          <p:cNvPr id="59" name="Ovale 29">
            <a:extLst>
              <a:ext uri="{FF2B5EF4-FFF2-40B4-BE49-F238E27FC236}">
                <a16:creationId xmlns:a16="http://schemas.microsoft.com/office/drawing/2014/main" id="{83902602-D4BC-4D44-AC14-BB55A86C5D06}"/>
              </a:ext>
              <a:ext uri="{C183D7F6-B498-43B3-948B-1728B52AA6E4}">
                <adec:decorative xmlns="" xmlns:adec="http://schemas.microsoft.com/office/drawing/2017/decorative" val="1"/>
              </a:ext>
            </a:extLst>
          </p:cNvPr>
          <p:cNvSpPr/>
          <p:nvPr/>
        </p:nvSpPr>
        <p:spPr>
          <a:xfrm>
            <a:off x="3813175" y="4860709"/>
            <a:ext cx="924301" cy="910423"/>
          </a:xfrm>
          <a:prstGeom prst="ellipse">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nvGrpSpPr>
          <p:cNvPr id="60" name="Groupe 59" descr="Icône d’engrenages ">
            <a:extLst>
              <a:ext uri="{FF2B5EF4-FFF2-40B4-BE49-F238E27FC236}">
                <a16:creationId xmlns:a16="http://schemas.microsoft.com/office/drawing/2014/main" id="{5BC0E3F0-447D-4721-AB1F-C8243BA36671}"/>
              </a:ext>
            </a:extLst>
          </p:cNvPr>
          <p:cNvGrpSpPr/>
          <p:nvPr/>
        </p:nvGrpSpPr>
        <p:grpSpPr>
          <a:xfrm>
            <a:off x="4151554" y="5139103"/>
            <a:ext cx="338166" cy="333089"/>
            <a:chOff x="7613650" y="1387475"/>
            <a:chExt cx="284163" cy="284163"/>
          </a:xfrm>
          <a:solidFill>
            <a:schemeClr val="bg1"/>
          </a:solidFill>
        </p:grpSpPr>
        <p:sp>
          <p:nvSpPr>
            <p:cNvPr id="61" name="Forme libre 4359">
              <a:extLst>
                <a:ext uri="{FF2B5EF4-FFF2-40B4-BE49-F238E27FC236}">
                  <a16:creationId xmlns:a16="http://schemas.microsoft.com/office/drawing/2014/main" id="{351831F3-9830-4A23-8B34-11A3FCCA027E}"/>
                </a:ext>
              </a:extLst>
            </p:cNvPr>
            <p:cNvSpPr>
              <a:spLocks noEditPoints="1"/>
            </p:cNvSpPr>
            <p:nvPr/>
          </p:nvSpPr>
          <p:spPr bwMode="auto">
            <a:xfrm>
              <a:off x="7613650" y="1471613"/>
              <a:ext cx="200025" cy="200025"/>
            </a:xfrm>
            <a:custGeom>
              <a:avLst/>
              <a:gdLst>
                <a:gd name="T0" fmla="*/ 276 w 629"/>
                <a:gd name="T1" fmla="*/ 436 h 629"/>
                <a:gd name="T2" fmla="*/ 233 w 629"/>
                <a:gd name="T3" fmla="*/ 411 h 629"/>
                <a:gd name="T4" fmla="*/ 202 w 629"/>
                <a:gd name="T5" fmla="*/ 374 h 629"/>
                <a:gd name="T6" fmla="*/ 187 w 629"/>
                <a:gd name="T7" fmla="*/ 325 h 629"/>
                <a:gd name="T8" fmla="*/ 192 w 629"/>
                <a:gd name="T9" fmla="*/ 274 h 629"/>
                <a:gd name="T10" fmla="*/ 216 w 629"/>
                <a:gd name="T11" fmla="*/ 231 h 629"/>
                <a:gd name="T12" fmla="*/ 253 w 629"/>
                <a:gd name="T13" fmla="*/ 199 h 629"/>
                <a:gd name="T14" fmla="*/ 301 w 629"/>
                <a:gd name="T15" fmla="*/ 184 h 629"/>
                <a:gd name="T16" fmla="*/ 352 w 629"/>
                <a:gd name="T17" fmla="*/ 190 h 629"/>
                <a:gd name="T18" fmla="*/ 395 w 629"/>
                <a:gd name="T19" fmla="*/ 213 h 629"/>
                <a:gd name="T20" fmla="*/ 426 w 629"/>
                <a:gd name="T21" fmla="*/ 252 h 629"/>
                <a:gd name="T22" fmla="*/ 441 w 629"/>
                <a:gd name="T23" fmla="*/ 300 h 629"/>
                <a:gd name="T24" fmla="*/ 436 w 629"/>
                <a:gd name="T25" fmla="*/ 350 h 629"/>
                <a:gd name="T26" fmla="*/ 413 w 629"/>
                <a:gd name="T27" fmla="*/ 394 h 629"/>
                <a:gd name="T28" fmla="*/ 375 w 629"/>
                <a:gd name="T29" fmla="*/ 425 h 629"/>
                <a:gd name="T30" fmla="*/ 327 w 629"/>
                <a:gd name="T31" fmla="*/ 440 h 629"/>
                <a:gd name="T32" fmla="*/ 572 w 629"/>
                <a:gd name="T33" fmla="*/ 346 h 629"/>
                <a:gd name="T34" fmla="*/ 574 w 629"/>
                <a:gd name="T35" fmla="*/ 302 h 629"/>
                <a:gd name="T36" fmla="*/ 620 w 629"/>
                <a:gd name="T37" fmla="*/ 241 h 629"/>
                <a:gd name="T38" fmla="*/ 628 w 629"/>
                <a:gd name="T39" fmla="*/ 231 h 629"/>
                <a:gd name="T40" fmla="*/ 625 w 629"/>
                <a:gd name="T41" fmla="*/ 219 h 629"/>
                <a:gd name="T42" fmla="*/ 544 w 629"/>
                <a:gd name="T43" fmla="*/ 84 h 629"/>
                <a:gd name="T44" fmla="*/ 532 w 629"/>
                <a:gd name="T45" fmla="*/ 83 h 629"/>
                <a:gd name="T46" fmla="*/ 447 w 629"/>
                <a:gd name="T47" fmla="*/ 88 h 629"/>
                <a:gd name="T48" fmla="*/ 407 w 629"/>
                <a:gd name="T49" fmla="*/ 69 h 629"/>
                <a:gd name="T50" fmla="*/ 404 w 629"/>
                <a:gd name="T51" fmla="*/ 7 h 629"/>
                <a:gd name="T52" fmla="*/ 395 w 629"/>
                <a:gd name="T53" fmla="*/ 0 h 629"/>
                <a:gd name="T54" fmla="*/ 235 w 629"/>
                <a:gd name="T55" fmla="*/ 1 h 629"/>
                <a:gd name="T56" fmla="*/ 227 w 629"/>
                <a:gd name="T57" fmla="*/ 10 h 629"/>
                <a:gd name="T58" fmla="*/ 216 w 629"/>
                <a:gd name="T59" fmla="*/ 72 h 629"/>
                <a:gd name="T60" fmla="*/ 177 w 629"/>
                <a:gd name="T61" fmla="*/ 91 h 629"/>
                <a:gd name="T62" fmla="*/ 98 w 629"/>
                <a:gd name="T63" fmla="*/ 84 h 629"/>
                <a:gd name="T64" fmla="*/ 87 w 629"/>
                <a:gd name="T65" fmla="*/ 83 h 629"/>
                <a:gd name="T66" fmla="*/ 78 w 629"/>
                <a:gd name="T67" fmla="*/ 90 h 629"/>
                <a:gd name="T68" fmla="*/ 1 w 629"/>
                <a:gd name="T69" fmla="*/ 228 h 629"/>
                <a:gd name="T70" fmla="*/ 57 w 629"/>
                <a:gd name="T71" fmla="*/ 269 h 629"/>
                <a:gd name="T72" fmla="*/ 54 w 629"/>
                <a:gd name="T73" fmla="*/ 313 h 629"/>
                <a:gd name="T74" fmla="*/ 57 w 629"/>
                <a:gd name="T75" fmla="*/ 355 h 629"/>
                <a:gd name="T76" fmla="*/ 2 w 629"/>
                <a:gd name="T77" fmla="*/ 391 h 629"/>
                <a:gd name="T78" fmla="*/ 1 w 629"/>
                <a:gd name="T79" fmla="*/ 402 h 629"/>
                <a:gd name="T80" fmla="*/ 86 w 629"/>
                <a:gd name="T81" fmla="*/ 543 h 629"/>
                <a:gd name="T82" fmla="*/ 98 w 629"/>
                <a:gd name="T83" fmla="*/ 542 h 629"/>
                <a:gd name="T84" fmla="*/ 177 w 629"/>
                <a:gd name="T85" fmla="*/ 533 h 629"/>
                <a:gd name="T86" fmla="*/ 216 w 629"/>
                <a:gd name="T87" fmla="*/ 552 h 629"/>
                <a:gd name="T88" fmla="*/ 227 w 629"/>
                <a:gd name="T89" fmla="*/ 620 h 629"/>
                <a:gd name="T90" fmla="*/ 235 w 629"/>
                <a:gd name="T91" fmla="*/ 628 h 629"/>
                <a:gd name="T92" fmla="*/ 395 w 629"/>
                <a:gd name="T93" fmla="*/ 629 h 629"/>
                <a:gd name="T94" fmla="*/ 404 w 629"/>
                <a:gd name="T95" fmla="*/ 623 h 629"/>
                <a:gd name="T96" fmla="*/ 407 w 629"/>
                <a:gd name="T97" fmla="*/ 556 h 629"/>
                <a:gd name="T98" fmla="*/ 447 w 629"/>
                <a:gd name="T99" fmla="*/ 538 h 629"/>
                <a:gd name="T100" fmla="*/ 533 w 629"/>
                <a:gd name="T101" fmla="*/ 543 h 629"/>
                <a:gd name="T102" fmla="*/ 545 w 629"/>
                <a:gd name="T103" fmla="*/ 543 h 629"/>
                <a:gd name="T104" fmla="*/ 627 w 629"/>
                <a:gd name="T105" fmla="*/ 405 h 629"/>
                <a:gd name="T106" fmla="*/ 628 w 629"/>
                <a:gd name="T107" fmla="*/ 394 h 629"/>
                <a:gd name="T108" fmla="*/ 621 w 629"/>
                <a:gd name="T109" fmla="*/ 385 h 62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Lst>
              <a:rect l="0" t="0" r="r" b="b"/>
              <a:pathLst>
                <a:path w="629" h="629">
                  <a:moveTo>
                    <a:pt x="314" y="441"/>
                  </a:moveTo>
                  <a:lnTo>
                    <a:pt x="301" y="440"/>
                  </a:lnTo>
                  <a:lnTo>
                    <a:pt x="288" y="439"/>
                  </a:lnTo>
                  <a:lnTo>
                    <a:pt x="276" y="436"/>
                  </a:lnTo>
                  <a:lnTo>
                    <a:pt x="264" y="430"/>
                  </a:lnTo>
                  <a:lnTo>
                    <a:pt x="253" y="425"/>
                  </a:lnTo>
                  <a:lnTo>
                    <a:pt x="242" y="418"/>
                  </a:lnTo>
                  <a:lnTo>
                    <a:pt x="233" y="411"/>
                  </a:lnTo>
                  <a:lnTo>
                    <a:pt x="223" y="404"/>
                  </a:lnTo>
                  <a:lnTo>
                    <a:pt x="216" y="394"/>
                  </a:lnTo>
                  <a:lnTo>
                    <a:pt x="208" y="384"/>
                  </a:lnTo>
                  <a:lnTo>
                    <a:pt x="202" y="374"/>
                  </a:lnTo>
                  <a:lnTo>
                    <a:pt x="196" y="362"/>
                  </a:lnTo>
                  <a:lnTo>
                    <a:pt x="192" y="350"/>
                  </a:lnTo>
                  <a:lnTo>
                    <a:pt x="189" y="338"/>
                  </a:lnTo>
                  <a:lnTo>
                    <a:pt x="187" y="325"/>
                  </a:lnTo>
                  <a:lnTo>
                    <a:pt x="186" y="313"/>
                  </a:lnTo>
                  <a:lnTo>
                    <a:pt x="187" y="300"/>
                  </a:lnTo>
                  <a:lnTo>
                    <a:pt x="189" y="287"/>
                  </a:lnTo>
                  <a:lnTo>
                    <a:pt x="192" y="274"/>
                  </a:lnTo>
                  <a:lnTo>
                    <a:pt x="196" y="262"/>
                  </a:lnTo>
                  <a:lnTo>
                    <a:pt x="202" y="252"/>
                  </a:lnTo>
                  <a:lnTo>
                    <a:pt x="208" y="241"/>
                  </a:lnTo>
                  <a:lnTo>
                    <a:pt x="216" y="231"/>
                  </a:lnTo>
                  <a:lnTo>
                    <a:pt x="223" y="222"/>
                  </a:lnTo>
                  <a:lnTo>
                    <a:pt x="233" y="213"/>
                  </a:lnTo>
                  <a:lnTo>
                    <a:pt x="242" y="206"/>
                  </a:lnTo>
                  <a:lnTo>
                    <a:pt x="253" y="199"/>
                  </a:lnTo>
                  <a:lnTo>
                    <a:pt x="264" y="194"/>
                  </a:lnTo>
                  <a:lnTo>
                    <a:pt x="276" y="190"/>
                  </a:lnTo>
                  <a:lnTo>
                    <a:pt x="288" y="186"/>
                  </a:lnTo>
                  <a:lnTo>
                    <a:pt x="301" y="184"/>
                  </a:lnTo>
                  <a:lnTo>
                    <a:pt x="314" y="184"/>
                  </a:lnTo>
                  <a:lnTo>
                    <a:pt x="327" y="184"/>
                  </a:lnTo>
                  <a:lnTo>
                    <a:pt x="340" y="186"/>
                  </a:lnTo>
                  <a:lnTo>
                    <a:pt x="352" y="190"/>
                  </a:lnTo>
                  <a:lnTo>
                    <a:pt x="363" y="194"/>
                  </a:lnTo>
                  <a:lnTo>
                    <a:pt x="375" y="199"/>
                  </a:lnTo>
                  <a:lnTo>
                    <a:pt x="386" y="206"/>
                  </a:lnTo>
                  <a:lnTo>
                    <a:pt x="395" y="213"/>
                  </a:lnTo>
                  <a:lnTo>
                    <a:pt x="404" y="222"/>
                  </a:lnTo>
                  <a:lnTo>
                    <a:pt x="413" y="231"/>
                  </a:lnTo>
                  <a:lnTo>
                    <a:pt x="420" y="241"/>
                  </a:lnTo>
                  <a:lnTo>
                    <a:pt x="426" y="252"/>
                  </a:lnTo>
                  <a:lnTo>
                    <a:pt x="432" y="262"/>
                  </a:lnTo>
                  <a:lnTo>
                    <a:pt x="436" y="274"/>
                  </a:lnTo>
                  <a:lnTo>
                    <a:pt x="439" y="287"/>
                  </a:lnTo>
                  <a:lnTo>
                    <a:pt x="441" y="300"/>
                  </a:lnTo>
                  <a:lnTo>
                    <a:pt x="443" y="313"/>
                  </a:lnTo>
                  <a:lnTo>
                    <a:pt x="441" y="325"/>
                  </a:lnTo>
                  <a:lnTo>
                    <a:pt x="439" y="338"/>
                  </a:lnTo>
                  <a:lnTo>
                    <a:pt x="436" y="350"/>
                  </a:lnTo>
                  <a:lnTo>
                    <a:pt x="432" y="362"/>
                  </a:lnTo>
                  <a:lnTo>
                    <a:pt x="426" y="374"/>
                  </a:lnTo>
                  <a:lnTo>
                    <a:pt x="420" y="384"/>
                  </a:lnTo>
                  <a:lnTo>
                    <a:pt x="413" y="394"/>
                  </a:lnTo>
                  <a:lnTo>
                    <a:pt x="404" y="404"/>
                  </a:lnTo>
                  <a:lnTo>
                    <a:pt x="395" y="411"/>
                  </a:lnTo>
                  <a:lnTo>
                    <a:pt x="386" y="418"/>
                  </a:lnTo>
                  <a:lnTo>
                    <a:pt x="375" y="425"/>
                  </a:lnTo>
                  <a:lnTo>
                    <a:pt x="363" y="430"/>
                  </a:lnTo>
                  <a:lnTo>
                    <a:pt x="352" y="436"/>
                  </a:lnTo>
                  <a:lnTo>
                    <a:pt x="340" y="439"/>
                  </a:lnTo>
                  <a:lnTo>
                    <a:pt x="327" y="440"/>
                  </a:lnTo>
                  <a:lnTo>
                    <a:pt x="314" y="441"/>
                  </a:lnTo>
                  <a:close/>
                  <a:moveTo>
                    <a:pt x="621" y="385"/>
                  </a:moveTo>
                  <a:lnTo>
                    <a:pt x="571" y="355"/>
                  </a:lnTo>
                  <a:lnTo>
                    <a:pt x="572" y="346"/>
                  </a:lnTo>
                  <a:lnTo>
                    <a:pt x="573" y="335"/>
                  </a:lnTo>
                  <a:lnTo>
                    <a:pt x="574" y="323"/>
                  </a:lnTo>
                  <a:lnTo>
                    <a:pt x="574" y="313"/>
                  </a:lnTo>
                  <a:lnTo>
                    <a:pt x="574" y="302"/>
                  </a:lnTo>
                  <a:lnTo>
                    <a:pt x="573" y="291"/>
                  </a:lnTo>
                  <a:lnTo>
                    <a:pt x="572" y="280"/>
                  </a:lnTo>
                  <a:lnTo>
                    <a:pt x="570" y="269"/>
                  </a:lnTo>
                  <a:lnTo>
                    <a:pt x="620" y="241"/>
                  </a:lnTo>
                  <a:lnTo>
                    <a:pt x="623" y="239"/>
                  </a:lnTo>
                  <a:lnTo>
                    <a:pt x="624" y="237"/>
                  </a:lnTo>
                  <a:lnTo>
                    <a:pt x="627" y="234"/>
                  </a:lnTo>
                  <a:lnTo>
                    <a:pt x="628" y="231"/>
                  </a:lnTo>
                  <a:lnTo>
                    <a:pt x="628" y="228"/>
                  </a:lnTo>
                  <a:lnTo>
                    <a:pt x="628" y="226"/>
                  </a:lnTo>
                  <a:lnTo>
                    <a:pt x="628" y="223"/>
                  </a:lnTo>
                  <a:lnTo>
                    <a:pt x="625" y="219"/>
                  </a:lnTo>
                  <a:lnTo>
                    <a:pt x="551" y="90"/>
                  </a:lnTo>
                  <a:lnTo>
                    <a:pt x="548" y="87"/>
                  </a:lnTo>
                  <a:lnTo>
                    <a:pt x="546" y="85"/>
                  </a:lnTo>
                  <a:lnTo>
                    <a:pt x="544" y="84"/>
                  </a:lnTo>
                  <a:lnTo>
                    <a:pt x="541" y="83"/>
                  </a:lnTo>
                  <a:lnTo>
                    <a:pt x="539" y="81"/>
                  </a:lnTo>
                  <a:lnTo>
                    <a:pt x="536" y="81"/>
                  </a:lnTo>
                  <a:lnTo>
                    <a:pt x="532" y="83"/>
                  </a:lnTo>
                  <a:lnTo>
                    <a:pt x="530" y="84"/>
                  </a:lnTo>
                  <a:lnTo>
                    <a:pt x="481" y="113"/>
                  </a:lnTo>
                  <a:lnTo>
                    <a:pt x="465" y="99"/>
                  </a:lnTo>
                  <a:lnTo>
                    <a:pt x="447" y="88"/>
                  </a:lnTo>
                  <a:lnTo>
                    <a:pt x="438" y="83"/>
                  </a:lnTo>
                  <a:lnTo>
                    <a:pt x="429" y="77"/>
                  </a:lnTo>
                  <a:lnTo>
                    <a:pt x="418" y="73"/>
                  </a:lnTo>
                  <a:lnTo>
                    <a:pt x="407" y="69"/>
                  </a:lnTo>
                  <a:lnTo>
                    <a:pt x="407" y="15"/>
                  </a:lnTo>
                  <a:lnTo>
                    <a:pt x="407" y="12"/>
                  </a:lnTo>
                  <a:lnTo>
                    <a:pt x="406" y="10"/>
                  </a:lnTo>
                  <a:lnTo>
                    <a:pt x="404" y="7"/>
                  </a:lnTo>
                  <a:lnTo>
                    <a:pt x="403" y="4"/>
                  </a:lnTo>
                  <a:lnTo>
                    <a:pt x="401" y="2"/>
                  </a:lnTo>
                  <a:lnTo>
                    <a:pt x="398" y="1"/>
                  </a:lnTo>
                  <a:lnTo>
                    <a:pt x="395" y="0"/>
                  </a:lnTo>
                  <a:lnTo>
                    <a:pt x="392" y="0"/>
                  </a:lnTo>
                  <a:lnTo>
                    <a:pt x="241" y="0"/>
                  </a:lnTo>
                  <a:lnTo>
                    <a:pt x="238" y="0"/>
                  </a:lnTo>
                  <a:lnTo>
                    <a:pt x="235" y="1"/>
                  </a:lnTo>
                  <a:lnTo>
                    <a:pt x="233" y="2"/>
                  </a:lnTo>
                  <a:lnTo>
                    <a:pt x="231" y="4"/>
                  </a:lnTo>
                  <a:lnTo>
                    <a:pt x="229" y="7"/>
                  </a:lnTo>
                  <a:lnTo>
                    <a:pt x="227" y="10"/>
                  </a:lnTo>
                  <a:lnTo>
                    <a:pt x="226" y="12"/>
                  </a:lnTo>
                  <a:lnTo>
                    <a:pt x="226" y="15"/>
                  </a:lnTo>
                  <a:lnTo>
                    <a:pt x="226" y="69"/>
                  </a:lnTo>
                  <a:lnTo>
                    <a:pt x="216" y="72"/>
                  </a:lnTo>
                  <a:lnTo>
                    <a:pt x="206" y="76"/>
                  </a:lnTo>
                  <a:lnTo>
                    <a:pt x="196" y="80"/>
                  </a:lnTo>
                  <a:lnTo>
                    <a:pt x="187" y="86"/>
                  </a:lnTo>
                  <a:lnTo>
                    <a:pt x="177" y="91"/>
                  </a:lnTo>
                  <a:lnTo>
                    <a:pt x="168" y="98"/>
                  </a:lnTo>
                  <a:lnTo>
                    <a:pt x="159" y="105"/>
                  </a:lnTo>
                  <a:lnTo>
                    <a:pt x="149" y="113"/>
                  </a:lnTo>
                  <a:lnTo>
                    <a:pt x="98" y="84"/>
                  </a:lnTo>
                  <a:lnTo>
                    <a:pt x="96" y="83"/>
                  </a:lnTo>
                  <a:lnTo>
                    <a:pt x="93" y="81"/>
                  </a:lnTo>
                  <a:lnTo>
                    <a:pt x="90" y="81"/>
                  </a:lnTo>
                  <a:lnTo>
                    <a:pt x="87" y="83"/>
                  </a:lnTo>
                  <a:lnTo>
                    <a:pt x="84" y="84"/>
                  </a:lnTo>
                  <a:lnTo>
                    <a:pt x="82" y="85"/>
                  </a:lnTo>
                  <a:lnTo>
                    <a:pt x="80" y="87"/>
                  </a:lnTo>
                  <a:lnTo>
                    <a:pt x="78" y="90"/>
                  </a:lnTo>
                  <a:lnTo>
                    <a:pt x="3" y="219"/>
                  </a:lnTo>
                  <a:lnTo>
                    <a:pt x="1" y="222"/>
                  </a:lnTo>
                  <a:lnTo>
                    <a:pt x="1" y="225"/>
                  </a:lnTo>
                  <a:lnTo>
                    <a:pt x="1" y="228"/>
                  </a:lnTo>
                  <a:lnTo>
                    <a:pt x="1" y="230"/>
                  </a:lnTo>
                  <a:lnTo>
                    <a:pt x="4" y="236"/>
                  </a:lnTo>
                  <a:lnTo>
                    <a:pt x="8" y="241"/>
                  </a:lnTo>
                  <a:lnTo>
                    <a:pt x="57" y="269"/>
                  </a:lnTo>
                  <a:lnTo>
                    <a:pt x="56" y="280"/>
                  </a:lnTo>
                  <a:lnTo>
                    <a:pt x="55" y="291"/>
                  </a:lnTo>
                  <a:lnTo>
                    <a:pt x="54" y="302"/>
                  </a:lnTo>
                  <a:lnTo>
                    <a:pt x="54" y="313"/>
                  </a:lnTo>
                  <a:lnTo>
                    <a:pt x="54" y="323"/>
                  </a:lnTo>
                  <a:lnTo>
                    <a:pt x="55" y="335"/>
                  </a:lnTo>
                  <a:lnTo>
                    <a:pt x="56" y="346"/>
                  </a:lnTo>
                  <a:lnTo>
                    <a:pt x="57" y="355"/>
                  </a:lnTo>
                  <a:lnTo>
                    <a:pt x="7" y="385"/>
                  </a:lnTo>
                  <a:lnTo>
                    <a:pt x="5" y="387"/>
                  </a:lnTo>
                  <a:lnTo>
                    <a:pt x="3" y="389"/>
                  </a:lnTo>
                  <a:lnTo>
                    <a:pt x="2" y="391"/>
                  </a:lnTo>
                  <a:lnTo>
                    <a:pt x="1" y="394"/>
                  </a:lnTo>
                  <a:lnTo>
                    <a:pt x="0" y="396"/>
                  </a:lnTo>
                  <a:lnTo>
                    <a:pt x="1" y="399"/>
                  </a:lnTo>
                  <a:lnTo>
                    <a:pt x="1" y="402"/>
                  </a:lnTo>
                  <a:lnTo>
                    <a:pt x="2" y="405"/>
                  </a:lnTo>
                  <a:lnTo>
                    <a:pt x="78" y="536"/>
                  </a:lnTo>
                  <a:lnTo>
                    <a:pt x="81" y="540"/>
                  </a:lnTo>
                  <a:lnTo>
                    <a:pt x="86" y="543"/>
                  </a:lnTo>
                  <a:lnTo>
                    <a:pt x="89" y="544"/>
                  </a:lnTo>
                  <a:lnTo>
                    <a:pt x="93" y="544"/>
                  </a:lnTo>
                  <a:lnTo>
                    <a:pt x="95" y="543"/>
                  </a:lnTo>
                  <a:lnTo>
                    <a:pt x="98" y="542"/>
                  </a:lnTo>
                  <a:lnTo>
                    <a:pt x="149" y="513"/>
                  </a:lnTo>
                  <a:lnTo>
                    <a:pt x="159" y="520"/>
                  </a:lnTo>
                  <a:lnTo>
                    <a:pt x="168" y="527"/>
                  </a:lnTo>
                  <a:lnTo>
                    <a:pt x="177" y="533"/>
                  </a:lnTo>
                  <a:lnTo>
                    <a:pt x="187" y="539"/>
                  </a:lnTo>
                  <a:lnTo>
                    <a:pt x="196" y="544"/>
                  </a:lnTo>
                  <a:lnTo>
                    <a:pt x="206" y="549"/>
                  </a:lnTo>
                  <a:lnTo>
                    <a:pt x="216" y="552"/>
                  </a:lnTo>
                  <a:lnTo>
                    <a:pt x="226" y="556"/>
                  </a:lnTo>
                  <a:lnTo>
                    <a:pt x="226" y="614"/>
                  </a:lnTo>
                  <a:lnTo>
                    <a:pt x="226" y="617"/>
                  </a:lnTo>
                  <a:lnTo>
                    <a:pt x="227" y="620"/>
                  </a:lnTo>
                  <a:lnTo>
                    <a:pt x="229" y="623"/>
                  </a:lnTo>
                  <a:lnTo>
                    <a:pt x="231" y="625"/>
                  </a:lnTo>
                  <a:lnTo>
                    <a:pt x="233" y="627"/>
                  </a:lnTo>
                  <a:lnTo>
                    <a:pt x="235" y="628"/>
                  </a:lnTo>
                  <a:lnTo>
                    <a:pt x="238" y="629"/>
                  </a:lnTo>
                  <a:lnTo>
                    <a:pt x="241" y="629"/>
                  </a:lnTo>
                  <a:lnTo>
                    <a:pt x="392" y="629"/>
                  </a:lnTo>
                  <a:lnTo>
                    <a:pt x="395" y="629"/>
                  </a:lnTo>
                  <a:lnTo>
                    <a:pt x="398" y="628"/>
                  </a:lnTo>
                  <a:lnTo>
                    <a:pt x="401" y="627"/>
                  </a:lnTo>
                  <a:lnTo>
                    <a:pt x="403" y="625"/>
                  </a:lnTo>
                  <a:lnTo>
                    <a:pt x="404" y="623"/>
                  </a:lnTo>
                  <a:lnTo>
                    <a:pt x="406" y="620"/>
                  </a:lnTo>
                  <a:lnTo>
                    <a:pt x="407" y="617"/>
                  </a:lnTo>
                  <a:lnTo>
                    <a:pt x="407" y="614"/>
                  </a:lnTo>
                  <a:lnTo>
                    <a:pt x="407" y="556"/>
                  </a:lnTo>
                  <a:lnTo>
                    <a:pt x="418" y="552"/>
                  </a:lnTo>
                  <a:lnTo>
                    <a:pt x="429" y="548"/>
                  </a:lnTo>
                  <a:lnTo>
                    <a:pt x="438" y="544"/>
                  </a:lnTo>
                  <a:lnTo>
                    <a:pt x="447" y="538"/>
                  </a:lnTo>
                  <a:lnTo>
                    <a:pt x="465" y="527"/>
                  </a:lnTo>
                  <a:lnTo>
                    <a:pt x="481" y="513"/>
                  </a:lnTo>
                  <a:lnTo>
                    <a:pt x="530" y="542"/>
                  </a:lnTo>
                  <a:lnTo>
                    <a:pt x="533" y="543"/>
                  </a:lnTo>
                  <a:lnTo>
                    <a:pt x="537" y="544"/>
                  </a:lnTo>
                  <a:lnTo>
                    <a:pt x="539" y="544"/>
                  </a:lnTo>
                  <a:lnTo>
                    <a:pt x="542" y="543"/>
                  </a:lnTo>
                  <a:lnTo>
                    <a:pt x="545" y="543"/>
                  </a:lnTo>
                  <a:lnTo>
                    <a:pt x="547" y="540"/>
                  </a:lnTo>
                  <a:lnTo>
                    <a:pt x="550" y="539"/>
                  </a:lnTo>
                  <a:lnTo>
                    <a:pt x="552" y="536"/>
                  </a:lnTo>
                  <a:lnTo>
                    <a:pt x="627" y="405"/>
                  </a:lnTo>
                  <a:lnTo>
                    <a:pt x="628" y="402"/>
                  </a:lnTo>
                  <a:lnTo>
                    <a:pt x="628" y="399"/>
                  </a:lnTo>
                  <a:lnTo>
                    <a:pt x="629" y="396"/>
                  </a:lnTo>
                  <a:lnTo>
                    <a:pt x="628" y="394"/>
                  </a:lnTo>
                  <a:lnTo>
                    <a:pt x="627" y="391"/>
                  </a:lnTo>
                  <a:lnTo>
                    <a:pt x="625" y="389"/>
                  </a:lnTo>
                  <a:lnTo>
                    <a:pt x="623" y="387"/>
                  </a:lnTo>
                  <a:lnTo>
                    <a:pt x="621" y="385"/>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sp>
          <p:nvSpPr>
            <p:cNvPr id="62" name="Forme libre 4360">
              <a:extLst>
                <a:ext uri="{FF2B5EF4-FFF2-40B4-BE49-F238E27FC236}">
                  <a16:creationId xmlns:a16="http://schemas.microsoft.com/office/drawing/2014/main" id="{CDB8F87B-81A2-480F-ADA8-BFB5FD890ACD}"/>
                </a:ext>
              </a:extLst>
            </p:cNvPr>
            <p:cNvSpPr>
              <a:spLocks noEditPoints="1"/>
            </p:cNvSpPr>
            <p:nvPr/>
          </p:nvSpPr>
          <p:spPr bwMode="auto">
            <a:xfrm>
              <a:off x="7781925" y="1387475"/>
              <a:ext cx="115888" cy="117475"/>
            </a:xfrm>
            <a:custGeom>
              <a:avLst/>
              <a:gdLst>
                <a:gd name="T0" fmla="*/ 160 w 362"/>
                <a:gd name="T1" fmla="*/ 252 h 369"/>
                <a:gd name="T2" fmla="*/ 135 w 362"/>
                <a:gd name="T3" fmla="*/ 238 h 369"/>
                <a:gd name="T4" fmla="*/ 118 w 362"/>
                <a:gd name="T5" fmla="*/ 218 h 369"/>
                <a:gd name="T6" fmla="*/ 109 w 362"/>
                <a:gd name="T7" fmla="*/ 190 h 369"/>
                <a:gd name="T8" fmla="*/ 113 w 362"/>
                <a:gd name="T9" fmla="*/ 162 h 369"/>
                <a:gd name="T10" fmla="*/ 125 w 362"/>
                <a:gd name="T11" fmla="*/ 138 h 369"/>
                <a:gd name="T12" fmla="*/ 147 w 362"/>
                <a:gd name="T13" fmla="*/ 121 h 369"/>
                <a:gd name="T14" fmla="*/ 174 w 362"/>
                <a:gd name="T15" fmla="*/ 112 h 369"/>
                <a:gd name="T16" fmla="*/ 202 w 362"/>
                <a:gd name="T17" fmla="*/ 114 h 369"/>
                <a:gd name="T18" fmla="*/ 226 w 362"/>
                <a:gd name="T19" fmla="*/ 128 h 369"/>
                <a:gd name="T20" fmla="*/ 244 w 362"/>
                <a:gd name="T21" fmla="*/ 149 h 369"/>
                <a:gd name="T22" fmla="*/ 252 w 362"/>
                <a:gd name="T23" fmla="*/ 176 h 369"/>
                <a:gd name="T24" fmla="*/ 250 w 362"/>
                <a:gd name="T25" fmla="*/ 205 h 369"/>
                <a:gd name="T26" fmla="*/ 236 w 362"/>
                <a:gd name="T27" fmla="*/ 229 h 369"/>
                <a:gd name="T28" fmla="*/ 215 w 362"/>
                <a:gd name="T29" fmla="*/ 247 h 369"/>
                <a:gd name="T30" fmla="*/ 189 w 362"/>
                <a:gd name="T31" fmla="*/ 254 h 369"/>
                <a:gd name="T32" fmla="*/ 328 w 362"/>
                <a:gd name="T33" fmla="*/ 195 h 369"/>
                <a:gd name="T34" fmla="*/ 354 w 362"/>
                <a:gd name="T35" fmla="*/ 144 h 369"/>
                <a:gd name="T36" fmla="*/ 361 w 362"/>
                <a:gd name="T37" fmla="*/ 136 h 369"/>
                <a:gd name="T38" fmla="*/ 360 w 362"/>
                <a:gd name="T39" fmla="*/ 124 h 369"/>
                <a:gd name="T40" fmla="*/ 316 w 362"/>
                <a:gd name="T41" fmla="*/ 53 h 369"/>
                <a:gd name="T42" fmla="*/ 304 w 362"/>
                <a:gd name="T43" fmla="*/ 52 h 369"/>
                <a:gd name="T44" fmla="*/ 256 w 362"/>
                <a:gd name="T45" fmla="*/ 56 h 369"/>
                <a:gd name="T46" fmla="*/ 236 w 362"/>
                <a:gd name="T47" fmla="*/ 10 h 369"/>
                <a:gd name="T48" fmla="*/ 229 w 362"/>
                <a:gd name="T49" fmla="*/ 2 h 369"/>
                <a:gd name="T50" fmla="*/ 146 w 362"/>
                <a:gd name="T51" fmla="*/ 0 h 369"/>
                <a:gd name="T52" fmla="*/ 135 w 362"/>
                <a:gd name="T53" fmla="*/ 3 h 369"/>
                <a:gd name="T54" fmla="*/ 131 w 362"/>
                <a:gd name="T55" fmla="*/ 14 h 369"/>
                <a:gd name="T56" fmla="*/ 99 w 362"/>
                <a:gd name="T57" fmla="*/ 63 h 369"/>
                <a:gd name="T58" fmla="*/ 55 w 362"/>
                <a:gd name="T59" fmla="*/ 51 h 369"/>
                <a:gd name="T60" fmla="*/ 44 w 362"/>
                <a:gd name="T61" fmla="*/ 54 h 369"/>
                <a:gd name="T62" fmla="*/ 1 w 362"/>
                <a:gd name="T63" fmla="*/ 126 h 369"/>
                <a:gd name="T64" fmla="*/ 2 w 362"/>
                <a:gd name="T65" fmla="*/ 139 h 369"/>
                <a:gd name="T66" fmla="*/ 36 w 362"/>
                <a:gd name="T67" fmla="*/ 160 h 369"/>
                <a:gd name="T68" fmla="*/ 36 w 362"/>
                <a:gd name="T69" fmla="*/ 207 h 369"/>
                <a:gd name="T70" fmla="*/ 1 w 362"/>
                <a:gd name="T71" fmla="*/ 230 h 369"/>
                <a:gd name="T72" fmla="*/ 1 w 362"/>
                <a:gd name="T73" fmla="*/ 240 h 369"/>
                <a:gd name="T74" fmla="*/ 44 w 362"/>
                <a:gd name="T75" fmla="*/ 313 h 369"/>
                <a:gd name="T76" fmla="*/ 60 w 362"/>
                <a:gd name="T77" fmla="*/ 314 h 369"/>
                <a:gd name="T78" fmla="*/ 120 w 362"/>
                <a:gd name="T79" fmla="*/ 316 h 369"/>
                <a:gd name="T80" fmla="*/ 132 w 362"/>
                <a:gd name="T81" fmla="*/ 359 h 369"/>
                <a:gd name="T82" fmla="*/ 140 w 362"/>
                <a:gd name="T83" fmla="*/ 368 h 369"/>
                <a:gd name="T84" fmla="*/ 225 w 362"/>
                <a:gd name="T85" fmla="*/ 368 h 369"/>
                <a:gd name="T86" fmla="*/ 233 w 362"/>
                <a:gd name="T87" fmla="*/ 361 h 369"/>
                <a:gd name="T88" fmla="*/ 237 w 362"/>
                <a:gd name="T89" fmla="*/ 321 h 369"/>
                <a:gd name="T90" fmla="*/ 274 w 362"/>
                <a:gd name="T91" fmla="*/ 298 h 369"/>
                <a:gd name="T92" fmla="*/ 310 w 362"/>
                <a:gd name="T93" fmla="*/ 316 h 369"/>
                <a:gd name="T94" fmla="*/ 360 w 362"/>
                <a:gd name="T95" fmla="*/ 243 h 369"/>
                <a:gd name="T96" fmla="*/ 362 w 362"/>
                <a:gd name="T97" fmla="*/ 232 h 369"/>
                <a:gd name="T98" fmla="*/ 354 w 362"/>
                <a:gd name="T99" fmla="*/ 223 h 36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Lst>
              <a:rect l="0" t="0" r="r" b="b"/>
              <a:pathLst>
                <a:path w="362" h="369">
                  <a:moveTo>
                    <a:pt x="181" y="255"/>
                  </a:moveTo>
                  <a:lnTo>
                    <a:pt x="174" y="254"/>
                  </a:lnTo>
                  <a:lnTo>
                    <a:pt x="166" y="253"/>
                  </a:lnTo>
                  <a:lnTo>
                    <a:pt x="160" y="252"/>
                  </a:lnTo>
                  <a:lnTo>
                    <a:pt x="153" y="249"/>
                  </a:lnTo>
                  <a:lnTo>
                    <a:pt x="147" y="247"/>
                  </a:lnTo>
                  <a:lnTo>
                    <a:pt x="141" y="243"/>
                  </a:lnTo>
                  <a:lnTo>
                    <a:pt x="135" y="238"/>
                  </a:lnTo>
                  <a:lnTo>
                    <a:pt x="131" y="234"/>
                  </a:lnTo>
                  <a:lnTo>
                    <a:pt x="125" y="229"/>
                  </a:lnTo>
                  <a:lnTo>
                    <a:pt x="122" y="223"/>
                  </a:lnTo>
                  <a:lnTo>
                    <a:pt x="118" y="218"/>
                  </a:lnTo>
                  <a:lnTo>
                    <a:pt x="115" y="212"/>
                  </a:lnTo>
                  <a:lnTo>
                    <a:pt x="113" y="205"/>
                  </a:lnTo>
                  <a:lnTo>
                    <a:pt x="110" y="198"/>
                  </a:lnTo>
                  <a:lnTo>
                    <a:pt x="109" y="190"/>
                  </a:lnTo>
                  <a:lnTo>
                    <a:pt x="109" y="183"/>
                  </a:lnTo>
                  <a:lnTo>
                    <a:pt x="109" y="176"/>
                  </a:lnTo>
                  <a:lnTo>
                    <a:pt x="110" y="169"/>
                  </a:lnTo>
                  <a:lnTo>
                    <a:pt x="113" y="162"/>
                  </a:lnTo>
                  <a:lnTo>
                    <a:pt x="115" y="156"/>
                  </a:lnTo>
                  <a:lnTo>
                    <a:pt x="118" y="149"/>
                  </a:lnTo>
                  <a:lnTo>
                    <a:pt x="122" y="143"/>
                  </a:lnTo>
                  <a:lnTo>
                    <a:pt x="125" y="138"/>
                  </a:lnTo>
                  <a:lnTo>
                    <a:pt x="131" y="132"/>
                  </a:lnTo>
                  <a:lnTo>
                    <a:pt x="135" y="128"/>
                  </a:lnTo>
                  <a:lnTo>
                    <a:pt x="141" y="124"/>
                  </a:lnTo>
                  <a:lnTo>
                    <a:pt x="147" y="121"/>
                  </a:lnTo>
                  <a:lnTo>
                    <a:pt x="153" y="117"/>
                  </a:lnTo>
                  <a:lnTo>
                    <a:pt x="160" y="114"/>
                  </a:lnTo>
                  <a:lnTo>
                    <a:pt x="166" y="113"/>
                  </a:lnTo>
                  <a:lnTo>
                    <a:pt x="174" y="112"/>
                  </a:lnTo>
                  <a:lnTo>
                    <a:pt x="181" y="111"/>
                  </a:lnTo>
                  <a:lnTo>
                    <a:pt x="189" y="112"/>
                  </a:lnTo>
                  <a:lnTo>
                    <a:pt x="195" y="113"/>
                  </a:lnTo>
                  <a:lnTo>
                    <a:pt x="202" y="114"/>
                  </a:lnTo>
                  <a:lnTo>
                    <a:pt x="209" y="117"/>
                  </a:lnTo>
                  <a:lnTo>
                    <a:pt x="215" y="121"/>
                  </a:lnTo>
                  <a:lnTo>
                    <a:pt x="221" y="124"/>
                  </a:lnTo>
                  <a:lnTo>
                    <a:pt x="226" y="128"/>
                  </a:lnTo>
                  <a:lnTo>
                    <a:pt x="231" y="132"/>
                  </a:lnTo>
                  <a:lnTo>
                    <a:pt x="236" y="138"/>
                  </a:lnTo>
                  <a:lnTo>
                    <a:pt x="240" y="143"/>
                  </a:lnTo>
                  <a:lnTo>
                    <a:pt x="244" y="149"/>
                  </a:lnTo>
                  <a:lnTo>
                    <a:pt x="247" y="156"/>
                  </a:lnTo>
                  <a:lnTo>
                    <a:pt x="250" y="162"/>
                  </a:lnTo>
                  <a:lnTo>
                    <a:pt x="251" y="169"/>
                  </a:lnTo>
                  <a:lnTo>
                    <a:pt x="252" y="176"/>
                  </a:lnTo>
                  <a:lnTo>
                    <a:pt x="253" y="183"/>
                  </a:lnTo>
                  <a:lnTo>
                    <a:pt x="252" y="190"/>
                  </a:lnTo>
                  <a:lnTo>
                    <a:pt x="251" y="198"/>
                  </a:lnTo>
                  <a:lnTo>
                    <a:pt x="250" y="205"/>
                  </a:lnTo>
                  <a:lnTo>
                    <a:pt x="247" y="212"/>
                  </a:lnTo>
                  <a:lnTo>
                    <a:pt x="244" y="218"/>
                  </a:lnTo>
                  <a:lnTo>
                    <a:pt x="240" y="223"/>
                  </a:lnTo>
                  <a:lnTo>
                    <a:pt x="236" y="229"/>
                  </a:lnTo>
                  <a:lnTo>
                    <a:pt x="231" y="234"/>
                  </a:lnTo>
                  <a:lnTo>
                    <a:pt x="226" y="238"/>
                  </a:lnTo>
                  <a:lnTo>
                    <a:pt x="221" y="243"/>
                  </a:lnTo>
                  <a:lnTo>
                    <a:pt x="215" y="247"/>
                  </a:lnTo>
                  <a:lnTo>
                    <a:pt x="209" y="249"/>
                  </a:lnTo>
                  <a:lnTo>
                    <a:pt x="202" y="252"/>
                  </a:lnTo>
                  <a:lnTo>
                    <a:pt x="195" y="253"/>
                  </a:lnTo>
                  <a:lnTo>
                    <a:pt x="189" y="254"/>
                  </a:lnTo>
                  <a:lnTo>
                    <a:pt x="181" y="255"/>
                  </a:lnTo>
                  <a:close/>
                  <a:moveTo>
                    <a:pt x="354" y="223"/>
                  </a:moveTo>
                  <a:lnTo>
                    <a:pt x="327" y="207"/>
                  </a:lnTo>
                  <a:lnTo>
                    <a:pt x="328" y="195"/>
                  </a:lnTo>
                  <a:lnTo>
                    <a:pt x="328" y="183"/>
                  </a:lnTo>
                  <a:lnTo>
                    <a:pt x="328" y="172"/>
                  </a:lnTo>
                  <a:lnTo>
                    <a:pt x="327" y="160"/>
                  </a:lnTo>
                  <a:lnTo>
                    <a:pt x="354" y="144"/>
                  </a:lnTo>
                  <a:lnTo>
                    <a:pt x="357" y="143"/>
                  </a:lnTo>
                  <a:lnTo>
                    <a:pt x="359" y="141"/>
                  </a:lnTo>
                  <a:lnTo>
                    <a:pt x="360" y="139"/>
                  </a:lnTo>
                  <a:lnTo>
                    <a:pt x="361" y="136"/>
                  </a:lnTo>
                  <a:lnTo>
                    <a:pt x="362" y="132"/>
                  </a:lnTo>
                  <a:lnTo>
                    <a:pt x="362" y="129"/>
                  </a:lnTo>
                  <a:lnTo>
                    <a:pt x="361" y="126"/>
                  </a:lnTo>
                  <a:lnTo>
                    <a:pt x="360" y="124"/>
                  </a:lnTo>
                  <a:lnTo>
                    <a:pt x="322" y="59"/>
                  </a:lnTo>
                  <a:lnTo>
                    <a:pt x="320" y="56"/>
                  </a:lnTo>
                  <a:lnTo>
                    <a:pt x="318" y="54"/>
                  </a:lnTo>
                  <a:lnTo>
                    <a:pt x="316" y="53"/>
                  </a:lnTo>
                  <a:lnTo>
                    <a:pt x="313" y="51"/>
                  </a:lnTo>
                  <a:lnTo>
                    <a:pt x="309" y="51"/>
                  </a:lnTo>
                  <a:lnTo>
                    <a:pt x="307" y="51"/>
                  </a:lnTo>
                  <a:lnTo>
                    <a:pt x="304" y="52"/>
                  </a:lnTo>
                  <a:lnTo>
                    <a:pt x="301" y="53"/>
                  </a:lnTo>
                  <a:lnTo>
                    <a:pt x="274" y="69"/>
                  </a:lnTo>
                  <a:lnTo>
                    <a:pt x="266" y="63"/>
                  </a:lnTo>
                  <a:lnTo>
                    <a:pt x="256" y="56"/>
                  </a:lnTo>
                  <a:lnTo>
                    <a:pt x="246" y="51"/>
                  </a:lnTo>
                  <a:lnTo>
                    <a:pt x="237" y="47"/>
                  </a:lnTo>
                  <a:lnTo>
                    <a:pt x="237" y="14"/>
                  </a:lnTo>
                  <a:lnTo>
                    <a:pt x="236" y="10"/>
                  </a:lnTo>
                  <a:lnTo>
                    <a:pt x="236" y="8"/>
                  </a:lnTo>
                  <a:lnTo>
                    <a:pt x="233" y="5"/>
                  </a:lnTo>
                  <a:lnTo>
                    <a:pt x="232" y="3"/>
                  </a:lnTo>
                  <a:lnTo>
                    <a:pt x="229" y="2"/>
                  </a:lnTo>
                  <a:lnTo>
                    <a:pt x="227" y="1"/>
                  </a:lnTo>
                  <a:lnTo>
                    <a:pt x="224" y="0"/>
                  </a:lnTo>
                  <a:lnTo>
                    <a:pt x="222" y="0"/>
                  </a:lnTo>
                  <a:lnTo>
                    <a:pt x="146" y="0"/>
                  </a:lnTo>
                  <a:lnTo>
                    <a:pt x="143" y="0"/>
                  </a:lnTo>
                  <a:lnTo>
                    <a:pt x="140" y="1"/>
                  </a:lnTo>
                  <a:lnTo>
                    <a:pt x="137" y="2"/>
                  </a:lnTo>
                  <a:lnTo>
                    <a:pt x="135" y="3"/>
                  </a:lnTo>
                  <a:lnTo>
                    <a:pt x="134" y="5"/>
                  </a:lnTo>
                  <a:lnTo>
                    <a:pt x="132" y="8"/>
                  </a:lnTo>
                  <a:lnTo>
                    <a:pt x="132" y="10"/>
                  </a:lnTo>
                  <a:lnTo>
                    <a:pt x="131" y="14"/>
                  </a:lnTo>
                  <a:lnTo>
                    <a:pt x="131" y="47"/>
                  </a:lnTo>
                  <a:lnTo>
                    <a:pt x="120" y="52"/>
                  </a:lnTo>
                  <a:lnTo>
                    <a:pt x="109" y="57"/>
                  </a:lnTo>
                  <a:lnTo>
                    <a:pt x="99" y="63"/>
                  </a:lnTo>
                  <a:lnTo>
                    <a:pt x="90" y="69"/>
                  </a:lnTo>
                  <a:lnTo>
                    <a:pt x="61" y="53"/>
                  </a:lnTo>
                  <a:lnTo>
                    <a:pt x="58" y="52"/>
                  </a:lnTo>
                  <a:lnTo>
                    <a:pt x="55" y="51"/>
                  </a:lnTo>
                  <a:lnTo>
                    <a:pt x="53" y="51"/>
                  </a:lnTo>
                  <a:lnTo>
                    <a:pt x="49" y="51"/>
                  </a:lnTo>
                  <a:lnTo>
                    <a:pt x="47" y="52"/>
                  </a:lnTo>
                  <a:lnTo>
                    <a:pt x="44" y="54"/>
                  </a:lnTo>
                  <a:lnTo>
                    <a:pt x="42" y="56"/>
                  </a:lnTo>
                  <a:lnTo>
                    <a:pt x="41" y="59"/>
                  </a:lnTo>
                  <a:lnTo>
                    <a:pt x="2" y="124"/>
                  </a:lnTo>
                  <a:lnTo>
                    <a:pt x="1" y="126"/>
                  </a:lnTo>
                  <a:lnTo>
                    <a:pt x="0" y="129"/>
                  </a:lnTo>
                  <a:lnTo>
                    <a:pt x="0" y="132"/>
                  </a:lnTo>
                  <a:lnTo>
                    <a:pt x="1" y="136"/>
                  </a:lnTo>
                  <a:lnTo>
                    <a:pt x="2" y="139"/>
                  </a:lnTo>
                  <a:lnTo>
                    <a:pt x="3" y="141"/>
                  </a:lnTo>
                  <a:lnTo>
                    <a:pt x="6" y="143"/>
                  </a:lnTo>
                  <a:lnTo>
                    <a:pt x="8" y="144"/>
                  </a:lnTo>
                  <a:lnTo>
                    <a:pt x="36" y="160"/>
                  </a:lnTo>
                  <a:lnTo>
                    <a:pt x="34" y="172"/>
                  </a:lnTo>
                  <a:lnTo>
                    <a:pt x="34" y="183"/>
                  </a:lnTo>
                  <a:lnTo>
                    <a:pt x="34" y="195"/>
                  </a:lnTo>
                  <a:lnTo>
                    <a:pt x="36" y="207"/>
                  </a:lnTo>
                  <a:lnTo>
                    <a:pt x="8" y="223"/>
                  </a:lnTo>
                  <a:lnTo>
                    <a:pt x="6" y="224"/>
                  </a:lnTo>
                  <a:lnTo>
                    <a:pt x="3" y="227"/>
                  </a:lnTo>
                  <a:lnTo>
                    <a:pt x="1" y="230"/>
                  </a:lnTo>
                  <a:lnTo>
                    <a:pt x="0" y="233"/>
                  </a:lnTo>
                  <a:lnTo>
                    <a:pt x="0" y="235"/>
                  </a:lnTo>
                  <a:lnTo>
                    <a:pt x="0" y="237"/>
                  </a:lnTo>
                  <a:lnTo>
                    <a:pt x="1" y="240"/>
                  </a:lnTo>
                  <a:lnTo>
                    <a:pt x="2" y="243"/>
                  </a:lnTo>
                  <a:lnTo>
                    <a:pt x="40" y="309"/>
                  </a:lnTo>
                  <a:lnTo>
                    <a:pt x="42" y="311"/>
                  </a:lnTo>
                  <a:lnTo>
                    <a:pt x="44" y="313"/>
                  </a:lnTo>
                  <a:lnTo>
                    <a:pt x="46" y="314"/>
                  </a:lnTo>
                  <a:lnTo>
                    <a:pt x="48" y="315"/>
                  </a:lnTo>
                  <a:lnTo>
                    <a:pt x="55" y="316"/>
                  </a:lnTo>
                  <a:lnTo>
                    <a:pt x="60" y="314"/>
                  </a:lnTo>
                  <a:lnTo>
                    <a:pt x="90" y="297"/>
                  </a:lnTo>
                  <a:lnTo>
                    <a:pt x="99" y="304"/>
                  </a:lnTo>
                  <a:lnTo>
                    <a:pt x="109" y="310"/>
                  </a:lnTo>
                  <a:lnTo>
                    <a:pt x="120" y="316"/>
                  </a:lnTo>
                  <a:lnTo>
                    <a:pt x="131" y="321"/>
                  </a:lnTo>
                  <a:lnTo>
                    <a:pt x="131" y="354"/>
                  </a:lnTo>
                  <a:lnTo>
                    <a:pt x="132" y="356"/>
                  </a:lnTo>
                  <a:lnTo>
                    <a:pt x="132" y="359"/>
                  </a:lnTo>
                  <a:lnTo>
                    <a:pt x="134" y="361"/>
                  </a:lnTo>
                  <a:lnTo>
                    <a:pt x="135" y="363"/>
                  </a:lnTo>
                  <a:lnTo>
                    <a:pt x="137" y="366"/>
                  </a:lnTo>
                  <a:lnTo>
                    <a:pt x="140" y="368"/>
                  </a:lnTo>
                  <a:lnTo>
                    <a:pt x="143" y="368"/>
                  </a:lnTo>
                  <a:lnTo>
                    <a:pt x="146" y="369"/>
                  </a:lnTo>
                  <a:lnTo>
                    <a:pt x="222" y="369"/>
                  </a:lnTo>
                  <a:lnTo>
                    <a:pt x="225" y="368"/>
                  </a:lnTo>
                  <a:lnTo>
                    <a:pt x="227" y="368"/>
                  </a:lnTo>
                  <a:lnTo>
                    <a:pt x="229" y="366"/>
                  </a:lnTo>
                  <a:lnTo>
                    <a:pt x="232" y="363"/>
                  </a:lnTo>
                  <a:lnTo>
                    <a:pt x="233" y="361"/>
                  </a:lnTo>
                  <a:lnTo>
                    <a:pt x="236" y="359"/>
                  </a:lnTo>
                  <a:lnTo>
                    <a:pt x="236" y="356"/>
                  </a:lnTo>
                  <a:lnTo>
                    <a:pt x="237" y="354"/>
                  </a:lnTo>
                  <a:lnTo>
                    <a:pt x="237" y="321"/>
                  </a:lnTo>
                  <a:lnTo>
                    <a:pt x="246" y="316"/>
                  </a:lnTo>
                  <a:lnTo>
                    <a:pt x="256" y="311"/>
                  </a:lnTo>
                  <a:lnTo>
                    <a:pt x="266" y="305"/>
                  </a:lnTo>
                  <a:lnTo>
                    <a:pt x="274" y="298"/>
                  </a:lnTo>
                  <a:lnTo>
                    <a:pt x="302" y="313"/>
                  </a:lnTo>
                  <a:lnTo>
                    <a:pt x="305" y="315"/>
                  </a:lnTo>
                  <a:lnTo>
                    <a:pt x="307" y="315"/>
                  </a:lnTo>
                  <a:lnTo>
                    <a:pt x="310" y="316"/>
                  </a:lnTo>
                  <a:lnTo>
                    <a:pt x="314" y="316"/>
                  </a:lnTo>
                  <a:lnTo>
                    <a:pt x="319" y="313"/>
                  </a:lnTo>
                  <a:lnTo>
                    <a:pt x="322" y="309"/>
                  </a:lnTo>
                  <a:lnTo>
                    <a:pt x="360" y="243"/>
                  </a:lnTo>
                  <a:lnTo>
                    <a:pt x="362" y="240"/>
                  </a:lnTo>
                  <a:lnTo>
                    <a:pt x="362" y="237"/>
                  </a:lnTo>
                  <a:lnTo>
                    <a:pt x="362" y="234"/>
                  </a:lnTo>
                  <a:lnTo>
                    <a:pt x="362" y="232"/>
                  </a:lnTo>
                  <a:lnTo>
                    <a:pt x="361" y="229"/>
                  </a:lnTo>
                  <a:lnTo>
                    <a:pt x="359" y="227"/>
                  </a:lnTo>
                  <a:lnTo>
                    <a:pt x="357" y="224"/>
                  </a:lnTo>
                  <a:lnTo>
                    <a:pt x="354" y="223"/>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rtlCol="0" anchor="t" anchorCtr="0" compatLnSpc="1">
              <a:prstTxWarp prst="textNoShape">
                <a:avLst/>
              </a:prstTxWarp>
            </a:bodyPr>
            <a:lstStyle/>
            <a:p>
              <a:pPr rtl="0"/>
              <a:endParaRPr lang="fr-FR" dirty="0"/>
            </a:p>
          </p:txBody>
        </p:sp>
      </p:grpSp>
    </p:spTree>
    <p:extLst>
      <p:ext uri="{BB962C8B-B14F-4D97-AF65-F5344CB8AC3E}">
        <p14:creationId xmlns:p14="http://schemas.microsoft.com/office/powerpoint/2010/main" val="329971519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Présentation</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858974" y="1255158"/>
            <a:ext cx="4035265" cy="5296012"/>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4" name="Rectangle 3">
            <a:extLst>
              <a:ext uri="{FF2B5EF4-FFF2-40B4-BE49-F238E27FC236}">
                <a16:creationId xmlns:a16="http://schemas.microsoft.com/office/drawing/2014/main" id="{3F19BFA5-D0CA-4CF0-8499-504D956B6563}"/>
              </a:ext>
            </a:extLst>
          </p:cNvPr>
          <p:cNvSpPr/>
          <p:nvPr/>
        </p:nvSpPr>
        <p:spPr>
          <a:xfrm>
            <a:off x="1147151" y="2839191"/>
            <a:ext cx="2843933" cy="430887"/>
          </a:xfrm>
          <a:prstGeom prst="rect">
            <a:avLst/>
          </a:prstGeom>
        </p:spPr>
        <p:txBody>
          <a:bodyPr wrap="square" lIns="0" tIns="0" rIns="0" bIns="0" rtlCol="0">
            <a:spAutoFit/>
          </a:bodyPr>
          <a:lstStyle/>
          <a:p>
            <a:pPr algn="ctr" rtl="0"/>
            <a:r>
              <a:rPr lang="fr-FR" sz="2800" b="1" u="sng" dirty="0" smtClean="0">
                <a:solidFill>
                  <a:schemeClr val="bg1"/>
                </a:solidFill>
              </a:rPr>
              <a:t>Objectif principal</a:t>
            </a:r>
            <a:endParaRPr lang="fr-FR" sz="2800" b="1" u="sng" dirty="0">
              <a:solidFill>
                <a:schemeClr val="bg1"/>
              </a:solidFill>
            </a:endParaRPr>
          </a:p>
        </p:txBody>
      </p:sp>
      <p:sp>
        <p:nvSpPr>
          <p:cNvPr id="51" name="Rectangle 50">
            <a:extLst>
              <a:ext uri="{FF2B5EF4-FFF2-40B4-BE49-F238E27FC236}">
                <a16:creationId xmlns:a16="http://schemas.microsoft.com/office/drawing/2014/main" id="{8AA18108-5B8B-4147-84A7-D30A16BEC4EA}"/>
              </a:ext>
            </a:extLst>
          </p:cNvPr>
          <p:cNvSpPr/>
          <p:nvPr/>
        </p:nvSpPr>
        <p:spPr>
          <a:xfrm>
            <a:off x="307346" y="3923695"/>
            <a:ext cx="4523544" cy="994952"/>
          </a:xfrm>
          <a:prstGeom prst="rect">
            <a:avLst/>
          </a:prstGeom>
        </p:spPr>
        <p:txBody>
          <a:bodyPr wrap="square" lIns="0" tIns="0" rIns="0" bIns="0" rtlCol="0" anchor="t">
            <a:spAutoFit/>
          </a:bodyPr>
          <a:lstStyle/>
          <a:p>
            <a:pPr algn="ctr" rtl="0">
              <a:lnSpc>
                <a:spcPts val="1900"/>
              </a:lnSpc>
            </a:pPr>
            <a:r>
              <a:rPr lang="fr-FR" sz="2400" dirty="0" smtClean="0">
                <a:solidFill>
                  <a:schemeClr val="bg1"/>
                </a:solidFill>
                <a:latin typeface="Calibri" panose="020F0502020204030204" pitchFamily="34" charset="0"/>
                <a:cs typeface="Calibri" panose="020F0502020204030204" pitchFamily="34" charset="0"/>
              </a:rPr>
              <a:t>Mise en relation d’entreprises du </a:t>
            </a:r>
            <a:r>
              <a:rPr lang="fr-FR" sz="2400" b="1" dirty="0" smtClean="0">
                <a:solidFill>
                  <a:schemeClr val="bg1"/>
                </a:solidFill>
                <a:latin typeface="Calibri" panose="020F0502020204030204" pitchFamily="34" charset="0"/>
                <a:cs typeface="Calibri" panose="020F0502020204030204" pitchFamily="34" charset="0"/>
              </a:rPr>
              <a:t>secteur du nettoyage </a:t>
            </a:r>
            <a:r>
              <a:rPr lang="fr-FR" sz="2400" dirty="0" smtClean="0">
                <a:solidFill>
                  <a:schemeClr val="bg1"/>
                </a:solidFill>
                <a:latin typeface="Calibri" panose="020F0502020204030204" pitchFamily="34" charset="0"/>
                <a:cs typeface="Calibri" panose="020F0502020204030204" pitchFamily="34" charset="0"/>
              </a:rPr>
              <a:t>avec des travailleurs disponible pour des missions ponctuelles</a:t>
            </a:r>
            <a:endParaRPr lang="fr-FR" sz="2400" dirty="0">
              <a:solidFill>
                <a:schemeClr val="bg1"/>
              </a:solidFill>
              <a:latin typeface="Calibri" panose="020F0502020204030204" pitchFamily="34" charset="0"/>
              <a:cs typeface="Calibri" panose="020F0502020204030204" pitchFamily="34" charset="0"/>
            </a:endParaRPr>
          </a:p>
        </p:txBody>
      </p:sp>
      <p:sp>
        <p:nvSpPr>
          <p:cNvPr id="6" name="Rectangle 5"/>
          <p:cNvSpPr/>
          <p:nvPr/>
        </p:nvSpPr>
        <p:spPr>
          <a:xfrm>
            <a:off x="2438704" y="1073001"/>
            <a:ext cx="3538148" cy="769441"/>
          </a:xfrm>
          <a:prstGeom prst="rect">
            <a:avLst/>
          </a:prstGeom>
        </p:spPr>
        <p:txBody>
          <a:bodyPr wrap="none">
            <a:spAutoFit/>
          </a:bodyPr>
          <a:lstStyle/>
          <a:p>
            <a:r>
              <a:rPr lang="fr-FR" sz="4400" dirty="0">
                <a:latin typeface="Calibri" panose="020F0502020204030204" pitchFamily="34" charset="0"/>
                <a:cs typeface="Calibri" panose="020F0502020204030204" pitchFamily="34" charset="0"/>
              </a:rPr>
              <a:t>Clean-</a:t>
            </a:r>
            <a:r>
              <a:rPr lang="fr-FR" sz="4400" dirty="0" err="1">
                <a:latin typeface="Calibri" panose="020F0502020204030204" pitchFamily="34" charset="0"/>
                <a:cs typeface="Calibri" panose="020F0502020204030204" pitchFamily="34" charset="0"/>
              </a:rPr>
              <a:t>Connect</a:t>
            </a:r>
            <a:endParaRPr lang="fr-FR" sz="4400" dirty="0"/>
          </a:p>
        </p:txBody>
      </p:sp>
      <p:sp>
        <p:nvSpPr>
          <p:cNvPr id="41" name="Trapèze 42">
            <a:extLst>
              <a:ext uri="{FF2B5EF4-FFF2-40B4-BE49-F238E27FC236}">
                <a16:creationId xmlns:a16="http://schemas.microsoft.com/office/drawing/2014/main" id="{0092C447-C8E1-4B12-B012-E6D21CBB1FBE}"/>
              </a:ext>
              <a:ext uri="{C183D7F6-B498-43B3-948B-1728B52AA6E4}">
                <adec:decorative xmlns="" xmlns:adec="http://schemas.microsoft.com/office/drawing/2017/decorative" val="1"/>
              </a:ext>
            </a:extLst>
          </p:cNvPr>
          <p:cNvSpPr/>
          <p:nvPr/>
        </p:nvSpPr>
        <p:spPr>
          <a:xfrm rot="5400000">
            <a:off x="7752425" y="-657139"/>
            <a:ext cx="3724102" cy="4497185"/>
          </a:xfrm>
          <a:prstGeom prst="trapezoid">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42" name="Rectangle 41">
            <a:extLst>
              <a:ext uri="{FF2B5EF4-FFF2-40B4-BE49-F238E27FC236}">
                <a16:creationId xmlns:a16="http://schemas.microsoft.com/office/drawing/2014/main" id="{1751D31D-3535-411D-8BAC-95CCC90AB185}"/>
              </a:ext>
            </a:extLst>
          </p:cNvPr>
          <p:cNvSpPr/>
          <p:nvPr/>
        </p:nvSpPr>
        <p:spPr>
          <a:xfrm>
            <a:off x="8031121" y="623907"/>
            <a:ext cx="1379249" cy="430887"/>
          </a:xfrm>
          <a:prstGeom prst="rect">
            <a:avLst/>
          </a:prstGeom>
        </p:spPr>
        <p:txBody>
          <a:bodyPr wrap="square" lIns="0" tIns="0" rIns="0" bIns="0" rtlCol="0">
            <a:spAutoFit/>
          </a:bodyPr>
          <a:lstStyle/>
          <a:p>
            <a:pPr algn="ctr"/>
            <a:r>
              <a:rPr lang="fr-FR" sz="2800" b="1" u="sng" dirty="0" smtClean="0"/>
              <a:t>Contexte</a:t>
            </a:r>
            <a:endParaRPr lang="fr-FR" sz="2800" b="1" u="sng" dirty="0"/>
          </a:p>
        </p:txBody>
      </p:sp>
      <p:sp>
        <p:nvSpPr>
          <p:cNvPr id="73" name="Rectangle 72">
            <a:extLst>
              <a:ext uri="{FF2B5EF4-FFF2-40B4-BE49-F238E27FC236}">
                <a16:creationId xmlns:a16="http://schemas.microsoft.com/office/drawing/2014/main" id="{A8534162-B6E2-4579-9DAD-AD8DE07459BC}"/>
              </a:ext>
            </a:extLst>
          </p:cNvPr>
          <p:cNvSpPr/>
          <p:nvPr/>
        </p:nvSpPr>
        <p:spPr>
          <a:xfrm>
            <a:off x="7648852" y="1313766"/>
            <a:ext cx="3931248" cy="994952"/>
          </a:xfrm>
          <a:prstGeom prst="rect">
            <a:avLst/>
          </a:prstGeom>
        </p:spPr>
        <p:txBody>
          <a:bodyPr wrap="square" lIns="0" tIns="0" rIns="0" bIns="0" rtlCol="0" anchor="t">
            <a:spAutoFit/>
          </a:bodyPr>
          <a:lstStyle/>
          <a:p>
            <a:pPr algn="ctr" rtl="0">
              <a:lnSpc>
                <a:spcPts val="1900"/>
              </a:lnSpc>
            </a:pPr>
            <a:r>
              <a:rPr lang="fr-FR" sz="2400" dirty="0" smtClean="0">
                <a:latin typeface="Calibri" panose="020F0502020204030204" pitchFamily="34" charset="0"/>
                <a:cs typeface="Calibri" panose="020F0502020204030204" pitchFamily="34" charset="0"/>
              </a:rPr>
              <a:t>Beaucoup d’entreprise de nettoyage ont </a:t>
            </a:r>
            <a:r>
              <a:rPr lang="fr-FR" sz="2400" b="1" dirty="0" smtClean="0">
                <a:latin typeface="Calibri" panose="020F0502020204030204" pitchFamily="34" charset="0"/>
                <a:cs typeface="Calibri" panose="020F0502020204030204" pitchFamily="34" charset="0"/>
              </a:rPr>
              <a:t>du mal à trouver </a:t>
            </a:r>
            <a:r>
              <a:rPr lang="fr-FR" sz="2400" dirty="0" smtClean="0">
                <a:latin typeface="Calibri" panose="020F0502020204030204" pitchFamily="34" charset="0"/>
                <a:cs typeface="Calibri" panose="020F0502020204030204" pitchFamily="34" charset="0"/>
              </a:rPr>
              <a:t>des personnes qualifiées, disponibles et rapidement </a:t>
            </a:r>
            <a:endParaRPr lang="fr-FR" sz="2400" dirty="0">
              <a:latin typeface="Calibri" panose="020F0502020204030204" pitchFamily="34" charset="0"/>
              <a:cs typeface="Calibri" panose="020F0502020204030204" pitchFamily="34" charset="0"/>
            </a:endParaRPr>
          </a:p>
        </p:txBody>
      </p:sp>
      <p:sp>
        <p:nvSpPr>
          <p:cNvPr id="75" name="Trapèze 42">
            <a:extLst>
              <a:ext uri="{FF2B5EF4-FFF2-40B4-BE49-F238E27FC236}">
                <a16:creationId xmlns:a16="http://schemas.microsoft.com/office/drawing/2014/main" id="{0092C447-C8E1-4B12-B012-E6D21CBB1FBE}"/>
              </a:ext>
              <a:ext uri="{C183D7F6-B498-43B3-948B-1728B52AA6E4}">
                <adec:decorative xmlns="" xmlns:adec="http://schemas.microsoft.com/office/drawing/2017/decorative" val="1"/>
              </a:ext>
            </a:extLst>
          </p:cNvPr>
          <p:cNvSpPr/>
          <p:nvPr/>
        </p:nvSpPr>
        <p:spPr>
          <a:xfrm rot="5400000">
            <a:off x="7752425" y="2972771"/>
            <a:ext cx="3724102" cy="4497185"/>
          </a:xfrm>
          <a:prstGeom prst="trapezoid">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76" name="Rectangle 75">
            <a:extLst>
              <a:ext uri="{FF2B5EF4-FFF2-40B4-BE49-F238E27FC236}">
                <a16:creationId xmlns:a16="http://schemas.microsoft.com/office/drawing/2014/main" id="{1751D31D-3535-411D-8BAC-95CCC90AB185}"/>
              </a:ext>
            </a:extLst>
          </p:cNvPr>
          <p:cNvSpPr/>
          <p:nvPr/>
        </p:nvSpPr>
        <p:spPr>
          <a:xfrm>
            <a:off x="8031121" y="4253817"/>
            <a:ext cx="2542668" cy="430887"/>
          </a:xfrm>
          <a:prstGeom prst="rect">
            <a:avLst/>
          </a:prstGeom>
        </p:spPr>
        <p:txBody>
          <a:bodyPr wrap="square" lIns="0" tIns="0" rIns="0" bIns="0" rtlCol="0">
            <a:spAutoFit/>
          </a:bodyPr>
          <a:lstStyle/>
          <a:p>
            <a:pPr algn="ctr"/>
            <a:r>
              <a:rPr lang="fr-FR" sz="2800" b="1" u="sng" dirty="0" smtClean="0"/>
              <a:t>Cibles du projet</a:t>
            </a:r>
            <a:endParaRPr lang="fr-FR" sz="2800" b="1" u="sng" dirty="0"/>
          </a:p>
        </p:txBody>
      </p:sp>
      <p:sp>
        <p:nvSpPr>
          <p:cNvPr id="77" name="Rectangle 76">
            <a:extLst>
              <a:ext uri="{FF2B5EF4-FFF2-40B4-BE49-F238E27FC236}">
                <a16:creationId xmlns:a16="http://schemas.microsoft.com/office/drawing/2014/main" id="{A8534162-B6E2-4579-9DAD-AD8DE07459BC}"/>
              </a:ext>
            </a:extLst>
          </p:cNvPr>
          <p:cNvSpPr/>
          <p:nvPr/>
        </p:nvSpPr>
        <p:spPr>
          <a:xfrm>
            <a:off x="7929437" y="5109368"/>
            <a:ext cx="3370078" cy="751296"/>
          </a:xfrm>
          <a:prstGeom prst="rect">
            <a:avLst/>
          </a:prstGeom>
        </p:spPr>
        <p:txBody>
          <a:bodyPr wrap="square" lIns="0" tIns="0" rIns="0" bIns="0" rtlCol="0" anchor="t">
            <a:spAutoFit/>
          </a:bodyPr>
          <a:lstStyle/>
          <a:p>
            <a:pPr marL="342900" indent="-342900" rtl="0">
              <a:lnSpc>
                <a:spcPts val="1900"/>
              </a:lnSpc>
              <a:buFont typeface="Arial" panose="020B0604020202020204" pitchFamily="34" charset="0"/>
              <a:buChar char="•"/>
            </a:pPr>
            <a:r>
              <a:rPr lang="fr-FR" sz="2400" dirty="0" smtClean="0">
                <a:latin typeface="Calibri" panose="020F0502020204030204" pitchFamily="34" charset="0"/>
                <a:cs typeface="Calibri" panose="020F0502020204030204" pitchFamily="34" charset="0"/>
              </a:rPr>
              <a:t>Les employeurs</a:t>
            </a:r>
          </a:p>
          <a:p>
            <a:pPr marL="342900" indent="-342900" rtl="0">
              <a:lnSpc>
                <a:spcPts val="1900"/>
              </a:lnSpc>
              <a:buFont typeface="Arial" panose="020B0604020202020204" pitchFamily="34" charset="0"/>
              <a:buChar char="•"/>
            </a:pPr>
            <a:r>
              <a:rPr lang="fr-FR" sz="2400" dirty="0" smtClean="0">
                <a:latin typeface="Calibri" panose="020F0502020204030204" pitchFamily="34" charset="0"/>
                <a:cs typeface="Calibri" panose="020F0502020204030204" pitchFamily="34" charset="0"/>
              </a:rPr>
              <a:t>Les travailleurs à la recherche de mission</a:t>
            </a:r>
            <a:endParaRPr lang="fr-FR" sz="2400" dirty="0">
              <a:latin typeface="Calibri" panose="020F0502020204030204" pitchFamily="34" charset="0"/>
              <a:cs typeface="Calibri" panose="020F0502020204030204" pitchFamily="34" charset="0"/>
            </a:endParaRPr>
          </a:p>
        </p:txBody>
      </p:sp>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6502" y="874807"/>
            <a:ext cx="1289731" cy="1260323"/>
          </a:xfrm>
          <a:prstGeom prst="rect">
            <a:avLst/>
          </a:prstGeom>
        </p:spPr>
      </p:pic>
      <p:sp>
        <p:nvSpPr>
          <p:cNvPr id="18" name="Espace réservé du numéro de diapositive 17"/>
          <p:cNvSpPr>
            <a:spLocks noGrp="1"/>
          </p:cNvSpPr>
          <p:nvPr>
            <p:ph type="sldNum" sz="quarter" idx="12"/>
          </p:nvPr>
        </p:nvSpPr>
        <p:spPr/>
        <p:txBody>
          <a:bodyPr/>
          <a:lstStyle/>
          <a:p>
            <a:pPr rtl="0"/>
            <a:fld id="{06FEDF93-2BFD-41CA-ABC7-B039102F3792}" type="slidenum">
              <a:rPr lang="fr-FR" b="1" noProof="0" smtClean="0">
                <a:solidFill>
                  <a:schemeClr val="tx1"/>
                </a:solidFill>
              </a:rPr>
              <a:t>3</a:t>
            </a:fld>
            <a:endParaRPr lang="fr-FR" b="1" noProof="0" dirty="0">
              <a:solidFill>
                <a:schemeClr val="tx1"/>
              </a:solidFill>
            </a:endParaRPr>
          </a:p>
        </p:txBody>
      </p:sp>
    </p:spTree>
    <p:extLst>
      <p:ext uri="{BB962C8B-B14F-4D97-AF65-F5344CB8AC3E}">
        <p14:creationId xmlns:p14="http://schemas.microsoft.com/office/powerpoint/2010/main" val="82256913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ntr" presetSubtype="0" fill="hold" grpId="0" nodeType="clickEffect">
                                  <p:stCondLst>
                                    <p:cond delay="0"/>
                                  </p:stCondLst>
                                  <p:childTnLst>
                                    <p:set>
                                      <p:cBhvr>
                                        <p:cTn id="6" dur="1" fill="hold">
                                          <p:stCondLst>
                                            <p:cond delay="0"/>
                                          </p:stCondLst>
                                        </p:cTn>
                                        <p:tgtEl>
                                          <p:spTgt spid="73"/>
                                        </p:tgtEl>
                                        <p:attrNameLst>
                                          <p:attrName>style.visibility</p:attrName>
                                        </p:attrNameLst>
                                      </p:cBhvr>
                                      <p:to>
                                        <p:strVal val="visible"/>
                                      </p:to>
                                    </p:set>
                                    <p:animEffect transition="in" filter="fade">
                                      <p:cBhvr>
                                        <p:cTn id="7" dur="500"/>
                                        <p:tgtEl>
                                          <p:spTgt spid="73"/>
                                        </p:tgtEl>
                                      </p:cBhvr>
                                    </p:animEffect>
                                  </p:childTnLst>
                                </p:cTn>
                              </p:par>
                              <p:par>
                                <p:cTn id="8" presetID="10" presetClass="entr" presetSubtype="0" fill="hold" grpId="0" nodeType="withEffect">
                                  <p:stCondLst>
                                    <p:cond delay="0"/>
                                  </p:stCondLst>
                                  <p:childTnLst>
                                    <p:set>
                                      <p:cBhvr>
                                        <p:cTn id="9" dur="1" fill="hold">
                                          <p:stCondLst>
                                            <p:cond delay="0"/>
                                          </p:stCondLst>
                                        </p:cTn>
                                        <p:tgtEl>
                                          <p:spTgt spid="41"/>
                                        </p:tgtEl>
                                        <p:attrNameLst>
                                          <p:attrName>style.visibility</p:attrName>
                                        </p:attrNameLst>
                                      </p:cBhvr>
                                      <p:to>
                                        <p:strVal val="visible"/>
                                      </p:to>
                                    </p:set>
                                    <p:animEffect transition="in" filter="fade">
                                      <p:cBhvr>
                                        <p:cTn id="10" dur="500"/>
                                        <p:tgtEl>
                                          <p:spTgt spid="41"/>
                                        </p:tgtEl>
                                      </p:cBhvr>
                                    </p:animEffect>
                                  </p:childTnLst>
                                </p:cTn>
                              </p:par>
                              <p:par>
                                <p:cTn id="11" presetID="10" presetClass="entr" presetSubtype="0" fill="hold" grpId="0" nodeType="withEffect">
                                  <p:stCondLst>
                                    <p:cond delay="0"/>
                                  </p:stCondLst>
                                  <p:childTnLst>
                                    <p:set>
                                      <p:cBhvr>
                                        <p:cTn id="12" dur="1" fill="hold">
                                          <p:stCondLst>
                                            <p:cond delay="0"/>
                                          </p:stCondLst>
                                        </p:cTn>
                                        <p:tgtEl>
                                          <p:spTgt spid="42"/>
                                        </p:tgtEl>
                                        <p:attrNameLst>
                                          <p:attrName>style.visibility</p:attrName>
                                        </p:attrNameLst>
                                      </p:cBhvr>
                                      <p:to>
                                        <p:strVal val="visible"/>
                                      </p:to>
                                    </p:set>
                                    <p:animEffect transition="in" filter="fade">
                                      <p:cBhvr>
                                        <p:cTn id="13" dur="500"/>
                                        <p:tgtEl>
                                          <p:spTgt spid="42"/>
                                        </p:tgtEl>
                                      </p:cBhvr>
                                    </p:animEffect>
                                  </p:childTnLst>
                                </p:cTn>
                              </p:par>
                            </p:childTnLst>
                          </p:cTn>
                        </p:par>
                      </p:childTnLst>
                    </p:cTn>
                  </p:par>
                  <p:par>
                    <p:cTn id="14" fill="hold">
                      <p:stCondLst>
                        <p:cond delay="indefinite"/>
                      </p:stCondLst>
                      <p:childTnLst>
                        <p:par>
                          <p:cTn id="15" fill="hold">
                            <p:stCondLst>
                              <p:cond delay="0"/>
                            </p:stCondLst>
                            <p:childTnLst>
                              <p:par>
                                <p:cTn id="16" presetID="10" presetClass="entr" presetSubtype="0" fill="hold" grpId="0" nodeType="clickEffect">
                                  <p:stCondLst>
                                    <p:cond delay="0"/>
                                  </p:stCondLst>
                                  <p:childTnLst>
                                    <p:set>
                                      <p:cBhvr>
                                        <p:cTn id="17" dur="1" fill="hold">
                                          <p:stCondLst>
                                            <p:cond delay="0"/>
                                          </p:stCondLst>
                                        </p:cTn>
                                        <p:tgtEl>
                                          <p:spTgt spid="76"/>
                                        </p:tgtEl>
                                        <p:attrNameLst>
                                          <p:attrName>style.visibility</p:attrName>
                                        </p:attrNameLst>
                                      </p:cBhvr>
                                      <p:to>
                                        <p:strVal val="visible"/>
                                      </p:to>
                                    </p:set>
                                    <p:animEffect transition="in" filter="fade">
                                      <p:cBhvr>
                                        <p:cTn id="18" dur="500"/>
                                        <p:tgtEl>
                                          <p:spTgt spid="76"/>
                                        </p:tgtEl>
                                      </p:cBhvr>
                                    </p:animEffect>
                                  </p:childTnLst>
                                </p:cTn>
                              </p:par>
                              <p:par>
                                <p:cTn id="19" presetID="10" presetClass="entr" presetSubtype="0" fill="hold" grpId="0" nodeType="withEffect">
                                  <p:stCondLst>
                                    <p:cond delay="0"/>
                                  </p:stCondLst>
                                  <p:childTnLst>
                                    <p:set>
                                      <p:cBhvr>
                                        <p:cTn id="20" dur="1" fill="hold">
                                          <p:stCondLst>
                                            <p:cond delay="0"/>
                                          </p:stCondLst>
                                        </p:cTn>
                                        <p:tgtEl>
                                          <p:spTgt spid="75"/>
                                        </p:tgtEl>
                                        <p:attrNameLst>
                                          <p:attrName>style.visibility</p:attrName>
                                        </p:attrNameLst>
                                      </p:cBhvr>
                                      <p:to>
                                        <p:strVal val="visible"/>
                                      </p:to>
                                    </p:set>
                                    <p:animEffect transition="in" filter="fade">
                                      <p:cBhvr>
                                        <p:cTn id="21" dur="500"/>
                                        <p:tgtEl>
                                          <p:spTgt spid="75"/>
                                        </p:tgtEl>
                                      </p:cBhvr>
                                    </p:animEffect>
                                  </p:childTnLst>
                                </p:cTn>
                              </p:par>
                              <p:par>
                                <p:cTn id="22" presetID="10" presetClass="entr" presetSubtype="0" fill="hold" grpId="0" nodeType="withEffect">
                                  <p:stCondLst>
                                    <p:cond delay="0"/>
                                  </p:stCondLst>
                                  <p:childTnLst>
                                    <p:set>
                                      <p:cBhvr>
                                        <p:cTn id="23" dur="1" fill="hold">
                                          <p:stCondLst>
                                            <p:cond delay="0"/>
                                          </p:stCondLst>
                                        </p:cTn>
                                        <p:tgtEl>
                                          <p:spTgt spid="77"/>
                                        </p:tgtEl>
                                        <p:attrNameLst>
                                          <p:attrName>style.visibility</p:attrName>
                                        </p:attrNameLst>
                                      </p:cBhvr>
                                      <p:to>
                                        <p:strVal val="visible"/>
                                      </p:to>
                                    </p:set>
                                    <p:animEffect transition="in" filter="fade">
                                      <p:cBhvr>
                                        <p:cTn id="24" dur="500"/>
                                        <p:tgtEl>
                                          <p:spTgt spid="7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1" grpId="0" animBg="1"/>
      <p:bldP spid="42" grpId="0"/>
      <p:bldP spid="73" grpId="0"/>
      <p:bldP spid="75" grpId="0" animBg="1"/>
      <p:bldP spid="76" grpId="0"/>
      <p:bldP spid="77" grpId="0"/>
    </p:bld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Présentation</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3999927" y="-668008"/>
            <a:ext cx="4035265" cy="9641543"/>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4" name="Rectangle 3">
            <a:extLst>
              <a:ext uri="{FF2B5EF4-FFF2-40B4-BE49-F238E27FC236}">
                <a16:creationId xmlns:a16="http://schemas.microsoft.com/office/drawing/2014/main" id="{3F19BFA5-D0CA-4CF0-8499-504D956B6563}"/>
              </a:ext>
            </a:extLst>
          </p:cNvPr>
          <p:cNvSpPr/>
          <p:nvPr/>
        </p:nvSpPr>
        <p:spPr>
          <a:xfrm>
            <a:off x="1503949" y="2816817"/>
            <a:ext cx="2709007" cy="430887"/>
          </a:xfrm>
          <a:prstGeom prst="rect">
            <a:avLst/>
          </a:prstGeom>
        </p:spPr>
        <p:txBody>
          <a:bodyPr wrap="square" lIns="0" tIns="0" rIns="0" bIns="0" rtlCol="0">
            <a:spAutoFit/>
          </a:bodyPr>
          <a:lstStyle/>
          <a:p>
            <a:pPr algn="ctr" rtl="0"/>
            <a:r>
              <a:rPr lang="fr-FR" sz="2800" b="1" u="sng" dirty="0" smtClean="0">
                <a:solidFill>
                  <a:schemeClr val="bg1"/>
                </a:solidFill>
              </a:rPr>
              <a:t>Limites du projet</a:t>
            </a:r>
            <a:endParaRPr lang="fr-FR" sz="2800" b="1" u="sng" dirty="0">
              <a:solidFill>
                <a:schemeClr val="bg1"/>
              </a:solidFill>
            </a:endParaRPr>
          </a:p>
        </p:txBody>
      </p:sp>
      <p:sp>
        <p:nvSpPr>
          <p:cNvPr id="51" name="Rectangle 50">
            <a:extLst>
              <a:ext uri="{FF2B5EF4-FFF2-40B4-BE49-F238E27FC236}">
                <a16:creationId xmlns:a16="http://schemas.microsoft.com/office/drawing/2014/main" id="{8AA18108-5B8B-4147-84A7-D30A16BEC4EA}"/>
              </a:ext>
            </a:extLst>
          </p:cNvPr>
          <p:cNvSpPr/>
          <p:nvPr/>
        </p:nvSpPr>
        <p:spPr>
          <a:xfrm>
            <a:off x="1275534" y="4173294"/>
            <a:ext cx="8235242" cy="243656"/>
          </a:xfrm>
          <a:prstGeom prst="rect">
            <a:avLst/>
          </a:prstGeom>
        </p:spPr>
        <p:txBody>
          <a:bodyPr wrap="square" lIns="0" tIns="0" rIns="0" bIns="0" rtlCol="0" anchor="t">
            <a:spAutoFit/>
          </a:bodyPr>
          <a:lstStyle/>
          <a:p>
            <a:pPr marL="342900" indent="-342900" rtl="0">
              <a:lnSpc>
                <a:spcPts val="1900"/>
              </a:lnSpc>
              <a:buFont typeface="Arial" panose="020B0604020202020204" pitchFamily="34" charset="0"/>
              <a:buChar char="•"/>
            </a:pPr>
            <a:r>
              <a:rPr lang="fr-FR" sz="2400" dirty="0" smtClean="0">
                <a:solidFill>
                  <a:schemeClr val="bg1"/>
                </a:solidFill>
                <a:latin typeface="Calibri" panose="020F0502020204030204" pitchFamily="34" charset="0"/>
                <a:cs typeface="Calibri" panose="020F0502020204030204" pitchFamily="34" charset="0"/>
              </a:rPr>
              <a:t>Version web uniquement</a:t>
            </a:r>
          </a:p>
        </p:txBody>
      </p:sp>
      <p:sp>
        <p:nvSpPr>
          <p:cNvPr id="6" name="Rectangle 5"/>
          <p:cNvSpPr/>
          <p:nvPr/>
        </p:nvSpPr>
        <p:spPr>
          <a:xfrm>
            <a:off x="2438704" y="1073001"/>
            <a:ext cx="3538148" cy="769441"/>
          </a:xfrm>
          <a:prstGeom prst="rect">
            <a:avLst/>
          </a:prstGeom>
        </p:spPr>
        <p:txBody>
          <a:bodyPr wrap="none">
            <a:spAutoFit/>
          </a:bodyPr>
          <a:lstStyle/>
          <a:p>
            <a:r>
              <a:rPr lang="fr-FR" sz="4400" dirty="0">
                <a:latin typeface="Calibri" panose="020F0502020204030204" pitchFamily="34" charset="0"/>
                <a:cs typeface="Calibri" panose="020F0502020204030204" pitchFamily="34" charset="0"/>
              </a:rPr>
              <a:t>Clean-</a:t>
            </a:r>
            <a:r>
              <a:rPr lang="fr-FR" sz="4400" dirty="0" err="1">
                <a:latin typeface="Calibri" panose="020F0502020204030204" pitchFamily="34" charset="0"/>
                <a:cs typeface="Calibri" panose="020F0502020204030204" pitchFamily="34" charset="0"/>
              </a:rPr>
              <a:t>Connect</a:t>
            </a:r>
            <a:endParaRPr lang="fr-FR" sz="4400" dirty="0"/>
          </a:p>
        </p:txBody>
      </p:sp>
      <p:pic>
        <p:nvPicPr>
          <p:cNvPr id="7" name="Image 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6026502" y="874807"/>
            <a:ext cx="1289731" cy="1260323"/>
          </a:xfrm>
          <a:prstGeom prst="rect">
            <a:avLst/>
          </a:prstGeom>
        </p:spPr>
      </p:pic>
      <p:sp>
        <p:nvSpPr>
          <p:cNvPr id="5" name="ZoneTexte 4"/>
          <p:cNvSpPr txBox="1"/>
          <p:nvPr/>
        </p:nvSpPr>
        <p:spPr>
          <a:xfrm>
            <a:off x="1196788" y="4573704"/>
            <a:ext cx="4307541" cy="461665"/>
          </a:xfrm>
          <a:prstGeom prst="rect">
            <a:avLst/>
          </a:prstGeom>
          <a:noFill/>
        </p:spPr>
        <p:txBody>
          <a:bodyPr wrap="square" rtlCol="0">
            <a:spAutoFit/>
          </a:bodyPr>
          <a:lstStyle/>
          <a:p>
            <a:pPr marL="285750" indent="-285750">
              <a:buFont typeface="Arial" panose="020B0604020202020204" pitchFamily="34" charset="0"/>
              <a:buChar char="•"/>
            </a:pPr>
            <a:r>
              <a:rPr lang="fr-FR" sz="2400" dirty="0" smtClean="0">
                <a:solidFill>
                  <a:schemeClr val="bg1"/>
                </a:solidFill>
                <a:latin typeface="Calibri" panose="020F0502020204030204" pitchFamily="34" charset="0"/>
                <a:cs typeface="Calibri" panose="020F0502020204030204" pitchFamily="34" charset="0"/>
              </a:rPr>
              <a:t>Pas de gestion de contrat ni RH</a:t>
            </a:r>
            <a:endParaRPr lang="fr-FR" sz="2400" dirty="0">
              <a:solidFill>
                <a:schemeClr val="bg1"/>
              </a:solidFill>
              <a:latin typeface="Calibri" panose="020F0502020204030204" pitchFamily="34" charset="0"/>
              <a:cs typeface="Calibri" panose="020F0502020204030204" pitchFamily="34" charset="0"/>
            </a:endParaRPr>
          </a:p>
        </p:txBody>
      </p:sp>
      <p:sp>
        <p:nvSpPr>
          <p:cNvPr id="10" name="Espace réservé du numéro de diapositive 9"/>
          <p:cNvSpPr>
            <a:spLocks noGrp="1"/>
          </p:cNvSpPr>
          <p:nvPr>
            <p:ph type="sldNum" sz="quarter" idx="12"/>
          </p:nvPr>
        </p:nvSpPr>
        <p:spPr/>
        <p:txBody>
          <a:bodyPr/>
          <a:lstStyle/>
          <a:p>
            <a:pPr rtl="0"/>
            <a:fld id="{06FEDF93-2BFD-41CA-ABC7-B039102F3792}" type="slidenum">
              <a:rPr lang="fr-FR" b="1" noProof="0" smtClean="0">
                <a:solidFill>
                  <a:schemeClr val="tx1"/>
                </a:solidFill>
              </a:rPr>
              <a:t>4</a:t>
            </a:fld>
            <a:endParaRPr lang="fr-FR" b="1" noProof="0" dirty="0">
              <a:solidFill>
                <a:schemeClr val="tx1"/>
              </a:solidFill>
            </a:endParaRPr>
          </a:p>
        </p:txBody>
      </p:sp>
    </p:spTree>
    <p:extLst>
      <p:ext uri="{BB962C8B-B14F-4D97-AF65-F5344CB8AC3E}">
        <p14:creationId xmlns:p14="http://schemas.microsoft.com/office/powerpoint/2010/main" val="4208539369"/>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Gestion de projet</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580152" y="1257126"/>
            <a:ext cx="7493270" cy="1107996"/>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Diagramme de Gantt</a:t>
            </a:r>
            <a:endParaRPr lang="fr-FR" sz="66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b="1" noProof="0" smtClean="0">
                <a:solidFill>
                  <a:schemeClr val="tx1"/>
                </a:solidFill>
              </a:rPr>
              <a:t>5</a:t>
            </a:fld>
            <a:endParaRPr lang="fr-FR" b="1" noProof="0" dirty="0">
              <a:solidFill>
                <a:schemeClr val="tx1"/>
              </a:solidFill>
            </a:endParaRPr>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524000" y="0"/>
            <a:ext cx="9144000" cy="6858000"/>
          </a:xfrm>
          <a:prstGeom prst="rect">
            <a:avLst/>
          </a:prstGeom>
        </p:spPr>
      </p:pic>
    </p:spTree>
    <p:extLst>
      <p:ext uri="{BB962C8B-B14F-4D97-AF65-F5344CB8AC3E}">
        <p14:creationId xmlns:p14="http://schemas.microsoft.com/office/powerpoint/2010/main" val="164067967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ntr" presetSubtype="0" fill="hold" nodeType="withEffect">
                                  <p:stCondLst>
                                    <p:cond delay="0"/>
                                  </p:stCondLst>
                                  <p:childTnLst>
                                    <p:set>
                                      <p:cBhvr>
                                        <p:cTn id="9" dur="1" fill="hold">
                                          <p:stCondLst>
                                            <p:cond delay="0"/>
                                          </p:stCondLst>
                                        </p:cTn>
                                        <p:tgtEl>
                                          <p:spTgt spid="3"/>
                                        </p:tgtEl>
                                        <p:attrNameLst>
                                          <p:attrName>style.visibility</p:attrName>
                                        </p:attrNameLst>
                                      </p:cBhvr>
                                      <p:to>
                                        <p:strVal val="visible"/>
                                      </p:to>
                                    </p:set>
                                    <p:animEffect transition="in" filter="fade">
                                      <p:cBhvr>
                                        <p:cTn id="10" dur="500"/>
                                        <p:tgtEl>
                                          <p:spTgt spid="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Gestion de projet</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4003357" y="1257126"/>
            <a:ext cx="4646850" cy="1107996"/>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Plan de tests</a:t>
            </a:r>
            <a:endParaRPr lang="fr-FR" sz="66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10"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1303599" y="2855616"/>
            <a:ext cx="5372340" cy="2307942"/>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12" name="Rectangle 11">
            <a:extLst>
              <a:ext uri="{FF2B5EF4-FFF2-40B4-BE49-F238E27FC236}">
                <a16:creationId xmlns:a16="http://schemas.microsoft.com/office/drawing/2014/main" id="{3F19BFA5-D0CA-4CF0-8499-504D956B6563}"/>
              </a:ext>
            </a:extLst>
          </p:cNvPr>
          <p:cNvSpPr/>
          <p:nvPr/>
        </p:nvSpPr>
        <p:spPr>
          <a:xfrm>
            <a:off x="532285" y="2057644"/>
            <a:ext cx="1860822" cy="430887"/>
          </a:xfrm>
          <a:prstGeom prst="rect">
            <a:avLst/>
          </a:prstGeom>
        </p:spPr>
        <p:txBody>
          <a:bodyPr wrap="square" lIns="0" tIns="0" rIns="0" bIns="0" rtlCol="0">
            <a:spAutoFit/>
          </a:bodyPr>
          <a:lstStyle/>
          <a:p>
            <a:pPr algn="ctr" rtl="0"/>
            <a:r>
              <a:rPr lang="fr-FR" sz="2800" b="1" u="sng" dirty="0">
                <a:solidFill>
                  <a:schemeClr val="bg1"/>
                </a:solidFill>
              </a:rPr>
              <a:t>M</a:t>
            </a:r>
            <a:r>
              <a:rPr lang="fr-FR" sz="2800" b="1" u="sng" dirty="0" smtClean="0">
                <a:solidFill>
                  <a:schemeClr val="bg1"/>
                </a:solidFill>
              </a:rPr>
              <a:t>aquettage</a:t>
            </a:r>
            <a:endParaRPr lang="fr-FR" sz="2800" b="1" u="sng" dirty="0">
              <a:solidFill>
                <a:schemeClr val="bg1"/>
              </a:solidFill>
            </a:endParaRPr>
          </a:p>
        </p:txBody>
      </p:sp>
      <p:sp>
        <p:nvSpPr>
          <p:cNvPr id="13" name="Rectangle 12">
            <a:extLst>
              <a:ext uri="{FF2B5EF4-FFF2-40B4-BE49-F238E27FC236}">
                <a16:creationId xmlns:a16="http://schemas.microsoft.com/office/drawing/2014/main" id="{8AA18108-5B8B-4147-84A7-D30A16BEC4EA}"/>
              </a:ext>
            </a:extLst>
          </p:cNvPr>
          <p:cNvSpPr/>
          <p:nvPr/>
        </p:nvSpPr>
        <p:spPr>
          <a:xfrm>
            <a:off x="342923" y="3111742"/>
            <a:ext cx="1835032" cy="2436564"/>
          </a:xfrm>
          <a:prstGeom prst="rect">
            <a:avLst/>
          </a:prstGeom>
        </p:spPr>
        <p:txBody>
          <a:bodyPr wrap="square" lIns="0" tIns="0" rIns="0" bIns="0" rtlCol="0" anchor="t">
            <a:spAutoFit/>
          </a:bodyPr>
          <a:lstStyle/>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Test utilisateurs</a:t>
            </a:r>
          </a:p>
          <a:p>
            <a:pPr marL="342900" indent="-342900" rtl="0">
              <a:lnSpc>
                <a:spcPts val="1900"/>
              </a:lnSpc>
              <a:buFont typeface="Arial" panose="020B0604020202020204" pitchFamily="34" charset="0"/>
              <a:buChar char="•"/>
            </a:pPr>
            <a:endParaRPr lang="fr-FR" sz="2000" dirty="0" smtClean="0">
              <a:solidFill>
                <a:schemeClr val="bg1"/>
              </a:solidFill>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Vérification de l’accessibilité</a:t>
            </a:r>
          </a:p>
          <a:p>
            <a:pPr marL="342900" indent="-342900" rtl="0">
              <a:lnSpc>
                <a:spcPts val="1900"/>
              </a:lnSpc>
              <a:buFont typeface="Arial" panose="020B0604020202020204" pitchFamily="34" charset="0"/>
              <a:buChar char="•"/>
            </a:pPr>
            <a:endParaRPr lang="fr-FR" sz="2000" dirty="0" smtClean="0">
              <a:solidFill>
                <a:schemeClr val="bg1"/>
              </a:solidFill>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Feedbacks et ajustement</a:t>
            </a:r>
            <a:endParaRPr lang="fr-FR" sz="2000" dirty="0">
              <a:solidFill>
                <a:schemeClr val="bg1"/>
              </a:solidFill>
              <a:latin typeface="Arial" panose="020B0604020202020204" pitchFamily="34" charset="0"/>
              <a:cs typeface="Arial" panose="020B0604020202020204" pitchFamily="34" charset="0"/>
            </a:endParaRPr>
          </a:p>
        </p:txBody>
      </p:sp>
      <p:sp>
        <p:nvSpPr>
          <p:cNvPr id="15"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1080310" y="1999698"/>
            <a:ext cx="5372340" cy="2307942"/>
          </a:xfrm>
          <a:prstGeom prst="trapezoid">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16" name="Rectangle 15">
            <a:extLst>
              <a:ext uri="{FF2B5EF4-FFF2-40B4-BE49-F238E27FC236}">
                <a16:creationId xmlns:a16="http://schemas.microsoft.com/office/drawing/2014/main" id="{3F19BFA5-D0CA-4CF0-8499-504D956B6563}"/>
              </a:ext>
            </a:extLst>
          </p:cNvPr>
          <p:cNvSpPr/>
          <p:nvPr/>
        </p:nvSpPr>
        <p:spPr>
          <a:xfrm>
            <a:off x="2916194" y="1201726"/>
            <a:ext cx="1860822" cy="430887"/>
          </a:xfrm>
          <a:prstGeom prst="rect">
            <a:avLst/>
          </a:prstGeom>
        </p:spPr>
        <p:txBody>
          <a:bodyPr wrap="square" lIns="0" tIns="0" rIns="0" bIns="0" rtlCol="0">
            <a:spAutoFit/>
          </a:bodyPr>
          <a:lstStyle/>
          <a:p>
            <a:pPr algn="ctr" rtl="0"/>
            <a:r>
              <a:rPr lang="fr-FR" sz="2800" b="1" u="sng" dirty="0" smtClean="0"/>
              <a:t>Front end</a:t>
            </a:r>
            <a:endParaRPr lang="fr-FR" sz="2800" b="1" u="sng" dirty="0"/>
          </a:p>
        </p:txBody>
      </p:sp>
      <p:sp>
        <p:nvSpPr>
          <p:cNvPr id="17" name="Rectangle 16">
            <a:extLst>
              <a:ext uri="{FF2B5EF4-FFF2-40B4-BE49-F238E27FC236}">
                <a16:creationId xmlns:a16="http://schemas.microsoft.com/office/drawing/2014/main" id="{8AA18108-5B8B-4147-84A7-D30A16BEC4EA}"/>
              </a:ext>
            </a:extLst>
          </p:cNvPr>
          <p:cNvSpPr/>
          <p:nvPr/>
        </p:nvSpPr>
        <p:spPr>
          <a:xfrm>
            <a:off x="2713025" y="2255824"/>
            <a:ext cx="2063991" cy="2680221"/>
          </a:xfrm>
          <a:prstGeom prst="rect">
            <a:avLst/>
          </a:prstGeom>
        </p:spPr>
        <p:txBody>
          <a:bodyPr wrap="square" lIns="0" tIns="0" rIns="0" bIns="0" rtlCol="0" anchor="t">
            <a:spAutoFit/>
          </a:bodyPr>
          <a:lstStyle/>
          <a:p>
            <a:pPr marL="342900" indent="-342900" rtl="0">
              <a:lnSpc>
                <a:spcPts val="1900"/>
              </a:lnSpc>
              <a:buFont typeface="Arial" panose="020B0604020202020204" pitchFamily="34" charset="0"/>
              <a:buChar char="•"/>
            </a:pPr>
            <a:r>
              <a:rPr lang="fr-FR" sz="2000" dirty="0" smtClean="0">
                <a:latin typeface="Arial" panose="020B0604020202020204" pitchFamily="34" charset="0"/>
                <a:cs typeface="Arial" panose="020B0604020202020204" pitchFamily="34" charset="0"/>
              </a:rPr>
              <a:t>Navigation</a:t>
            </a:r>
          </a:p>
          <a:p>
            <a:pPr marL="342900" indent="-342900" rtl="0">
              <a:lnSpc>
                <a:spcPts val="1900"/>
              </a:lnSpc>
              <a:buFont typeface="Arial" panose="020B0604020202020204" pitchFamily="34" charset="0"/>
              <a:buChar char="•"/>
            </a:pPr>
            <a:endParaRPr lang="fr-FR" sz="2000" dirty="0">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latin typeface="Arial" panose="020B0604020202020204" pitchFamily="34" charset="0"/>
                <a:cs typeface="Arial" panose="020B0604020202020204" pitchFamily="34" charset="0"/>
              </a:rPr>
              <a:t>Affichage responsive</a:t>
            </a:r>
          </a:p>
          <a:p>
            <a:pPr marL="342900" indent="-342900" rtl="0">
              <a:lnSpc>
                <a:spcPts val="1900"/>
              </a:lnSpc>
              <a:buFont typeface="Arial" panose="020B0604020202020204" pitchFamily="34" charset="0"/>
              <a:buChar char="•"/>
            </a:pPr>
            <a:endParaRPr lang="fr-FR" sz="2000" dirty="0">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latin typeface="Arial" panose="020B0604020202020204" pitchFamily="34" charset="0"/>
                <a:cs typeface="Arial" panose="020B0604020202020204" pitchFamily="34" charset="0"/>
              </a:rPr>
              <a:t>Comportement des formulaires</a:t>
            </a:r>
          </a:p>
          <a:p>
            <a:pPr marL="342900" indent="-342900" rtl="0">
              <a:lnSpc>
                <a:spcPts val="1900"/>
              </a:lnSpc>
              <a:buFont typeface="Arial" panose="020B0604020202020204" pitchFamily="34" charset="0"/>
              <a:buChar char="•"/>
            </a:pPr>
            <a:endParaRPr lang="fr-FR" sz="2000" dirty="0">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latin typeface="Arial" panose="020B0604020202020204" pitchFamily="34" charset="0"/>
                <a:cs typeface="Arial" panose="020B0604020202020204" pitchFamily="34" charset="0"/>
              </a:rPr>
              <a:t>Multi navigateur</a:t>
            </a:r>
            <a:endParaRPr lang="fr-FR" sz="2000" dirty="0">
              <a:latin typeface="Arial" panose="020B0604020202020204" pitchFamily="34" charset="0"/>
              <a:cs typeface="Arial" panose="020B0604020202020204" pitchFamily="34" charset="0"/>
            </a:endParaRPr>
          </a:p>
        </p:txBody>
      </p:sp>
      <p:sp>
        <p:nvSpPr>
          <p:cNvPr id="18"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3499949" y="2855616"/>
            <a:ext cx="5372340" cy="2307942"/>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19" name="Rectangle 18">
            <a:extLst>
              <a:ext uri="{FF2B5EF4-FFF2-40B4-BE49-F238E27FC236}">
                <a16:creationId xmlns:a16="http://schemas.microsoft.com/office/drawing/2014/main" id="{3F19BFA5-D0CA-4CF0-8499-504D956B6563}"/>
              </a:ext>
            </a:extLst>
          </p:cNvPr>
          <p:cNvSpPr/>
          <p:nvPr/>
        </p:nvSpPr>
        <p:spPr>
          <a:xfrm>
            <a:off x="5335833" y="2057644"/>
            <a:ext cx="1860822" cy="430887"/>
          </a:xfrm>
          <a:prstGeom prst="rect">
            <a:avLst/>
          </a:prstGeom>
        </p:spPr>
        <p:txBody>
          <a:bodyPr wrap="square" lIns="0" tIns="0" rIns="0" bIns="0" rtlCol="0">
            <a:spAutoFit/>
          </a:bodyPr>
          <a:lstStyle/>
          <a:p>
            <a:pPr algn="ctr" rtl="0"/>
            <a:r>
              <a:rPr lang="fr-FR" sz="2800" b="1" u="sng" dirty="0" smtClean="0">
                <a:solidFill>
                  <a:schemeClr val="bg1"/>
                </a:solidFill>
              </a:rPr>
              <a:t>Back end</a:t>
            </a:r>
            <a:endParaRPr lang="fr-FR" sz="2800" b="1" u="sng" dirty="0">
              <a:solidFill>
                <a:schemeClr val="bg1"/>
              </a:solidFill>
            </a:endParaRPr>
          </a:p>
        </p:txBody>
      </p:sp>
      <p:sp>
        <p:nvSpPr>
          <p:cNvPr id="20" name="Rectangle 19">
            <a:extLst>
              <a:ext uri="{FF2B5EF4-FFF2-40B4-BE49-F238E27FC236}">
                <a16:creationId xmlns:a16="http://schemas.microsoft.com/office/drawing/2014/main" id="{8AA18108-5B8B-4147-84A7-D30A16BEC4EA}"/>
              </a:ext>
            </a:extLst>
          </p:cNvPr>
          <p:cNvSpPr/>
          <p:nvPr/>
        </p:nvSpPr>
        <p:spPr>
          <a:xfrm>
            <a:off x="5132664" y="3111742"/>
            <a:ext cx="2063991" cy="1949252"/>
          </a:xfrm>
          <a:prstGeom prst="rect">
            <a:avLst/>
          </a:prstGeom>
        </p:spPr>
        <p:txBody>
          <a:bodyPr wrap="square" lIns="0" tIns="0" rIns="0" bIns="0" rtlCol="0" anchor="t">
            <a:spAutoFit/>
          </a:bodyPr>
          <a:lstStyle/>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Sécurités des routes</a:t>
            </a:r>
          </a:p>
          <a:p>
            <a:pPr marL="342900" indent="-342900" rtl="0">
              <a:lnSpc>
                <a:spcPts val="1900"/>
              </a:lnSpc>
              <a:buFont typeface="Arial" panose="020B0604020202020204" pitchFamily="34" charset="0"/>
              <a:buChar char="•"/>
            </a:pPr>
            <a:endParaRPr lang="fr-FR" sz="2000" dirty="0">
              <a:solidFill>
                <a:schemeClr val="bg1"/>
              </a:solidFill>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Tests unitaires des fonctions</a:t>
            </a:r>
          </a:p>
          <a:p>
            <a:pPr marL="342900" indent="-342900" rtl="0">
              <a:lnSpc>
                <a:spcPts val="1900"/>
              </a:lnSpc>
              <a:buFont typeface="Arial" panose="020B0604020202020204" pitchFamily="34" charset="0"/>
              <a:buChar char="•"/>
            </a:pPr>
            <a:endParaRPr lang="fr-FR" sz="2000" dirty="0">
              <a:solidFill>
                <a:schemeClr val="bg1"/>
              </a:solidFill>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Vérification des droits</a:t>
            </a:r>
            <a:endParaRPr lang="fr-FR" sz="2000" dirty="0">
              <a:solidFill>
                <a:schemeClr val="bg1"/>
              </a:solidFill>
              <a:latin typeface="Arial" panose="020B0604020202020204" pitchFamily="34" charset="0"/>
              <a:cs typeface="Arial" panose="020B0604020202020204" pitchFamily="34" charset="0"/>
            </a:endParaRPr>
          </a:p>
        </p:txBody>
      </p:sp>
      <p:sp>
        <p:nvSpPr>
          <p:cNvPr id="21"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5894861" y="1999698"/>
            <a:ext cx="5372340" cy="2307942"/>
          </a:xfrm>
          <a:prstGeom prst="trapezoid">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22" name="Rectangle 21">
            <a:extLst>
              <a:ext uri="{FF2B5EF4-FFF2-40B4-BE49-F238E27FC236}">
                <a16:creationId xmlns:a16="http://schemas.microsoft.com/office/drawing/2014/main" id="{3F19BFA5-D0CA-4CF0-8499-504D956B6563}"/>
              </a:ext>
            </a:extLst>
          </p:cNvPr>
          <p:cNvSpPr/>
          <p:nvPr/>
        </p:nvSpPr>
        <p:spPr>
          <a:xfrm>
            <a:off x="7730745" y="1201726"/>
            <a:ext cx="1860822" cy="430887"/>
          </a:xfrm>
          <a:prstGeom prst="rect">
            <a:avLst/>
          </a:prstGeom>
        </p:spPr>
        <p:txBody>
          <a:bodyPr wrap="square" lIns="0" tIns="0" rIns="0" bIns="0" rtlCol="0">
            <a:spAutoFit/>
          </a:bodyPr>
          <a:lstStyle/>
          <a:p>
            <a:pPr algn="ctr" rtl="0"/>
            <a:r>
              <a:rPr lang="fr-FR" sz="2800" b="1" u="sng" dirty="0" smtClean="0"/>
              <a:t>Intégration</a:t>
            </a:r>
            <a:endParaRPr lang="fr-FR" sz="2800" b="1" u="sng" dirty="0"/>
          </a:p>
        </p:txBody>
      </p:sp>
      <p:sp>
        <p:nvSpPr>
          <p:cNvPr id="23" name="Rectangle 22">
            <a:extLst>
              <a:ext uri="{FF2B5EF4-FFF2-40B4-BE49-F238E27FC236}">
                <a16:creationId xmlns:a16="http://schemas.microsoft.com/office/drawing/2014/main" id="{8AA18108-5B8B-4147-84A7-D30A16BEC4EA}"/>
              </a:ext>
            </a:extLst>
          </p:cNvPr>
          <p:cNvSpPr/>
          <p:nvPr/>
        </p:nvSpPr>
        <p:spPr>
          <a:xfrm>
            <a:off x="7527576" y="2255824"/>
            <a:ext cx="2063991" cy="2436564"/>
          </a:xfrm>
          <a:prstGeom prst="rect">
            <a:avLst/>
          </a:prstGeom>
        </p:spPr>
        <p:txBody>
          <a:bodyPr wrap="square" lIns="0" tIns="0" rIns="0" bIns="0" rtlCol="0" anchor="t">
            <a:spAutoFit/>
          </a:bodyPr>
          <a:lstStyle/>
          <a:p>
            <a:pPr marL="342900" indent="-342900" rtl="0">
              <a:lnSpc>
                <a:spcPts val="1900"/>
              </a:lnSpc>
              <a:buFont typeface="Arial" panose="020B0604020202020204" pitchFamily="34" charset="0"/>
              <a:buChar char="•"/>
            </a:pPr>
            <a:r>
              <a:rPr lang="fr-FR" sz="2000" dirty="0" smtClean="0">
                <a:latin typeface="Arial" panose="020B0604020202020204" pitchFamily="34" charset="0"/>
                <a:cs typeface="Arial" panose="020B0604020202020204" pitchFamily="34" charset="0"/>
              </a:rPr>
              <a:t>Création formulaire pour la BDD</a:t>
            </a:r>
          </a:p>
          <a:p>
            <a:pPr marL="342900" indent="-342900" rtl="0">
              <a:lnSpc>
                <a:spcPts val="1900"/>
              </a:lnSpc>
              <a:buFont typeface="Arial" panose="020B0604020202020204" pitchFamily="34" charset="0"/>
              <a:buChar char="•"/>
            </a:pPr>
            <a:endParaRPr lang="fr-FR" sz="2000" dirty="0">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latin typeface="Arial" panose="020B0604020202020204" pitchFamily="34" charset="0"/>
                <a:cs typeface="Arial" panose="020B0604020202020204" pitchFamily="34" charset="0"/>
              </a:rPr>
              <a:t>Filtrages des missions</a:t>
            </a:r>
          </a:p>
          <a:p>
            <a:pPr marL="342900" indent="-342900" rtl="0">
              <a:lnSpc>
                <a:spcPts val="1900"/>
              </a:lnSpc>
              <a:buFont typeface="Arial" panose="020B0604020202020204" pitchFamily="34" charset="0"/>
              <a:buChar char="•"/>
            </a:pPr>
            <a:endParaRPr lang="fr-FR" sz="2000" dirty="0">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latin typeface="Arial" panose="020B0604020202020204" pitchFamily="34" charset="0"/>
                <a:cs typeface="Arial" panose="020B0604020202020204" pitchFamily="34" charset="0"/>
              </a:rPr>
              <a:t>Compatibilité avec différents profils</a:t>
            </a:r>
            <a:endParaRPr lang="fr-FR" sz="2000" dirty="0">
              <a:latin typeface="Arial" panose="020B0604020202020204" pitchFamily="34" charset="0"/>
              <a:cs typeface="Arial" panose="020B0604020202020204" pitchFamily="34" charset="0"/>
            </a:endParaRPr>
          </a:p>
        </p:txBody>
      </p:sp>
      <p:sp>
        <p:nvSpPr>
          <p:cNvPr id="24"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8269163" y="2855616"/>
            <a:ext cx="5372340" cy="2307942"/>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25" name="Rectangle 24">
            <a:extLst>
              <a:ext uri="{FF2B5EF4-FFF2-40B4-BE49-F238E27FC236}">
                <a16:creationId xmlns:a16="http://schemas.microsoft.com/office/drawing/2014/main" id="{3F19BFA5-D0CA-4CF0-8499-504D956B6563}"/>
              </a:ext>
            </a:extLst>
          </p:cNvPr>
          <p:cNvSpPr/>
          <p:nvPr/>
        </p:nvSpPr>
        <p:spPr>
          <a:xfrm>
            <a:off x="9934907" y="2057644"/>
            <a:ext cx="2030962" cy="430887"/>
          </a:xfrm>
          <a:prstGeom prst="rect">
            <a:avLst/>
          </a:prstGeom>
        </p:spPr>
        <p:txBody>
          <a:bodyPr wrap="square" lIns="0" tIns="0" rIns="0" bIns="0" rtlCol="0">
            <a:spAutoFit/>
          </a:bodyPr>
          <a:lstStyle/>
          <a:p>
            <a:pPr algn="ctr" rtl="0"/>
            <a:r>
              <a:rPr lang="fr-FR" sz="2800" b="1" u="sng" dirty="0" smtClean="0">
                <a:solidFill>
                  <a:schemeClr val="bg1"/>
                </a:solidFill>
              </a:rPr>
              <a:t>Déploiement</a:t>
            </a:r>
            <a:endParaRPr lang="fr-FR" sz="2800" b="1" u="sng" dirty="0">
              <a:solidFill>
                <a:schemeClr val="bg1"/>
              </a:solidFill>
            </a:endParaRPr>
          </a:p>
        </p:txBody>
      </p:sp>
      <p:sp>
        <p:nvSpPr>
          <p:cNvPr id="26" name="Rectangle 25">
            <a:extLst>
              <a:ext uri="{FF2B5EF4-FFF2-40B4-BE49-F238E27FC236}">
                <a16:creationId xmlns:a16="http://schemas.microsoft.com/office/drawing/2014/main" id="{8AA18108-5B8B-4147-84A7-D30A16BEC4EA}"/>
              </a:ext>
            </a:extLst>
          </p:cNvPr>
          <p:cNvSpPr/>
          <p:nvPr/>
        </p:nvSpPr>
        <p:spPr>
          <a:xfrm>
            <a:off x="9901878" y="3111742"/>
            <a:ext cx="2063991" cy="2192908"/>
          </a:xfrm>
          <a:prstGeom prst="rect">
            <a:avLst/>
          </a:prstGeom>
        </p:spPr>
        <p:txBody>
          <a:bodyPr wrap="square" lIns="0" tIns="0" rIns="0" bIns="0" rtlCol="0" anchor="t">
            <a:spAutoFit/>
          </a:bodyPr>
          <a:lstStyle/>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Test utilisateurs réels</a:t>
            </a:r>
          </a:p>
          <a:p>
            <a:pPr marL="342900" indent="-342900" rtl="0">
              <a:lnSpc>
                <a:spcPts val="1900"/>
              </a:lnSpc>
              <a:buFont typeface="Arial" panose="020B0604020202020204" pitchFamily="34" charset="0"/>
              <a:buChar char="•"/>
            </a:pPr>
            <a:endParaRPr lang="fr-FR" sz="2000" dirty="0">
              <a:solidFill>
                <a:schemeClr val="bg1"/>
              </a:solidFill>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Performances et erreurs console</a:t>
            </a:r>
          </a:p>
          <a:p>
            <a:pPr marL="342900" indent="-342900" rtl="0">
              <a:lnSpc>
                <a:spcPts val="1900"/>
              </a:lnSpc>
              <a:buFont typeface="Arial" panose="020B0604020202020204" pitchFamily="34" charset="0"/>
              <a:buChar char="•"/>
            </a:pPr>
            <a:endParaRPr lang="fr-FR" sz="2000" dirty="0">
              <a:solidFill>
                <a:schemeClr val="bg1"/>
              </a:solidFill>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Pré-</a:t>
            </a:r>
            <a:r>
              <a:rPr lang="fr-FR" sz="2000" dirty="0" err="1" smtClean="0">
                <a:solidFill>
                  <a:schemeClr val="bg1"/>
                </a:solidFill>
                <a:latin typeface="Arial" panose="020B0604020202020204" pitchFamily="34" charset="0"/>
                <a:cs typeface="Arial" panose="020B0604020202020204" pitchFamily="34" charset="0"/>
              </a:rPr>
              <a:t>prod</a:t>
            </a:r>
            <a:endParaRPr lang="fr-FR" sz="2000" dirty="0">
              <a:solidFill>
                <a:schemeClr val="bg1"/>
              </a:solidFill>
              <a:latin typeface="Arial" panose="020B0604020202020204" pitchFamily="34" charset="0"/>
              <a:cs typeface="Arial" panose="020B0604020202020204" pitchFamily="34" charset="0"/>
            </a:endParaRP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b="1" noProof="0" smtClean="0">
                <a:solidFill>
                  <a:schemeClr val="tx1"/>
                </a:solidFill>
              </a:rPr>
              <a:t>6</a:t>
            </a:fld>
            <a:endParaRPr lang="fr-FR" b="1" noProof="0" dirty="0">
              <a:solidFill>
                <a:schemeClr val="tx1"/>
              </a:solidFill>
            </a:endParaRPr>
          </a:p>
        </p:txBody>
      </p:sp>
    </p:spTree>
    <p:extLst>
      <p:ext uri="{BB962C8B-B14F-4D97-AF65-F5344CB8AC3E}">
        <p14:creationId xmlns:p14="http://schemas.microsoft.com/office/powerpoint/2010/main" val="333310542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6" presetClass="entr" presetSubtype="21" fill="hold" grpId="0"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barn(inVertical)">
                                      <p:cBhvr>
                                        <p:cTn id="10" dur="500"/>
                                        <p:tgtEl>
                                          <p:spTgt spid="10"/>
                                        </p:tgtEl>
                                      </p:cBhvr>
                                    </p:animEffect>
                                  </p:childTnLst>
                                </p:cTn>
                              </p:par>
                            </p:childTnLst>
                          </p:cTn>
                        </p:par>
                      </p:childTnLst>
                    </p:cTn>
                  </p:par>
                  <p:par>
                    <p:cTn id="11" fill="hold">
                      <p:stCondLst>
                        <p:cond delay="indefinite"/>
                      </p:stCondLst>
                      <p:childTnLst>
                        <p:par>
                          <p:cTn id="12" fill="hold">
                            <p:stCondLst>
                              <p:cond delay="0"/>
                            </p:stCondLst>
                            <p:childTnLst>
                              <p:par>
                                <p:cTn id="13" presetID="16" presetClass="entr" presetSubtype="21" fill="hold" grpId="0" nodeType="clickEffect">
                                  <p:stCondLst>
                                    <p:cond delay="0"/>
                                  </p:stCondLst>
                                  <p:childTnLst>
                                    <p:set>
                                      <p:cBhvr>
                                        <p:cTn id="14" dur="1" fill="hold">
                                          <p:stCondLst>
                                            <p:cond delay="0"/>
                                          </p:stCondLst>
                                        </p:cTn>
                                        <p:tgtEl>
                                          <p:spTgt spid="15"/>
                                        </p:tgtEl>
                                        <p:attrNameLst>
                                          <p:attrName>style.visibility</p:attrName>
                                        </p:attrNameLst>
                                      </p:cBhvr>
                                      <p:to>
                                        <p:strVal val="visible"/>
                                      </p:to>
                                    </p:set>
                                    <p:animEffect transition="in" filter="barn(inVertical)">
                                      <p:cBhvr>
                                        <p:cTn id="15" dur="500"/>
                                        <p:tgtEl>
                                          <p:spTgt spid="15"/>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16"/>
                                        </p:tgtEl>
                                        <p:attrNameLst>
                                          <p:attrName>style.visibility</p:attrName>
                                        </p:attrNameLst>
                                      </p:cBhvr>
                                      <p:to>
                                        <p:strVal val="visible"/>
                                      </p:to>
                                    </p:set>
                                    <p:animEffect transition="in" filter="barn(inVertical)">
                                      <p:cBhvr>
                                        <p:cTn id="18" dur="500"/>
                                        <p:tgtEl>
                                          <p:spTgt spid="16"/>
                                        </p:tgtEl>
                                      </p:cBhvr>
                                    </p:animEffect>
                                  </p:childTnLst>
                                </p:cTn>
                              </p:par>
                              <p:par>
                                <p:cTn id="19" presetID="16" presetClass="entr" presetSubtype="21" fill="hold" grpId="0" nodeType="withEffect">
                                  <p:stCondLst>
                                    <p:cond delay="0"/>
                                  </p:stCondLst>
                                  <p:childTnLst>
                                    <p:set>
                                      <p:cBhvr>
                                        <p:cTn id="20" dur="1" fill="hold">
                                          <p:stCondLst>
                                            <p:cond delay="0"/>
                                          </p:stCondLst>
                                        </p:cTn>
                                        <p:tgtEl>
                                          <p:spTgt spid="17"/>
                                        </p:tgtEl>
                                        <p:attrNameLst>
                                          <p:attrName>style.visibility</p:attrName>
                                        </p:attrNameLst>
                                      </p:cBhvr>
                                      <p:to>
                                        <p:strVal val="visible"/>
                                      </p:to>
                                    </p:set>
                                    <p:animEffect transition="in" filter="barn(inVertical)">
                                      <p:cBhvr>
                                        <p:cTn id="21" dur="500"/>
                                        <p:tgtEl>
                                          <p:spTgt spid="17"/>
                                        </p:tgtEl>
                                      </p:cBhvr>
                                    </p:animEffect>
                                  </p:childTnLst>
                                </p:cTn>
                              </p:par>
                            </p:childTnLst>
                          </p:cTn>
                        </p:par>
                      </p:childTnLst>
                    </p:cTn>
                  </p:par>
                  <p:par>
                    <p:cTn id="22" fill="hold">
                      <p:stCondLst>
                        <p:cond delay="indefinite"/>
                      </p:stCondLst>
                      <p:childTnLst>
                        <p:par>
                          <p:cTn id="23" fill="hold">
                            <p:stCondLst>
                              <p:cond delay="0"/>
                            </p:stCondLst>
                            <p:childTnLst>
                              <p:par>
                                <p:cTn id="24" presetID="16" presetClass="entr" presetSubtype="21" fill="hold" grpId="0" nodeType="clickEffect">
                                  <p:stCondLst>
                                    <p:cond delay="0"/>
                                  </p:stCondLst>
                                  <p:childTnLst>
                                    <p:set>
                                      <p:cBhvr>
                                        <p:cTn id="25" dur="1" fill="hold">
                                          <p:stCondLst>
                                            <p:cond delay="0"/>
                                          </p:stCondLst>
                                        </p:cTn>
                                        <p:tgtEl>
                                          <p:spTgt spid="18"/>
                                        </p:tgtEl>
                                        <p:attrNameLst>
                                          <p:attrName>style.visibility</p:attrName>
                                        </p:attrNameLst>
                                      </p:cBhvr>
                                      <p:to>
                                        <p:strVal val="visible"/>
                                      </p:to>
                                    </p:set>
                                    <p:animEffect transition="in" filter="barn(inVertical)">
                                      <p:cBhvr>
                                        <p:cTn id="26" dur="500"/>
                                        <p:tgtEl>
                                          <p:spTgt spid="18"/>
                                        </p:tgtEl>
                                      </p:cBhvr>
                                    </p:animEffect>
                                  </p:childTnLst>
                                </p:cTn>
                              </p:par>
                            </p:childTnLst>
                          </p:cTn>
                        </p:par>
                      </p:childTnLst>
                    </p:cTn>
                  </p:par>
                  <p:par>
                    <p:cTn id="27" fill="hold">
                      <p:stCondLst>
                        <p:cond delay="indefinite"/>
                      </p:stCondLst>
                      <p:childTnLst>
                        <p:par>
                          <p:cTn id="28" fill="hold">
                            <p:stCondLst>
                              <p:cond delay="0"/>
                            </p:stCondLst>
                            <p:childTnLst>
                              <p:par>
                                <p:cTn id="29" presetID="16" presetClass="entr" presetSubtype="21" fill="hold" grpId="0" nodeType="clickEffect">
                                  <p:stCondLst>
                                    <p:cond delay="0"/>
                                  </p:stCondLst>
                                  <p:childTnLst>
                                    <p:set>
                                      <p:cBhvr>
                                        <p:cTn id="30" dur="1" fill="hold">
                                          <p:stCondLst>
                                            <p:cond delay="0"/>
                                          </p:stCondLst>
                                        </p:cTn>
                                        <p:tgtEl>
                                          <p:spTgt spid="21"/>
                                        </p:tgtEl>
                                        <p:attrNameLst>
                                          <p:attrName>style.visibility</p:attrName>
                                        </p:attrNameLst>
                                      </p:cBhvr>
                                      <p:to>
                                        <p:strVal val="visible"/>
                                      </p:to>
                                    </p:set>
                                    <p:animEffect transition="in" filter="barn(inVertical)">
                                      <p:cBhvr>
                                        <p:cTn id="31" dur="500"/>
                                        <p:tgtEl>
                                          <p:spTgt spid="21"/>
                                        </p:tgtEl>
                                      </p:cBhvr>
                                    </p:animEffect>
                                  </p:childTnLst>
                                </p:cTn>
                              </p:par>
                              <p:par>
                                <p:cTn id="32" presetID="16" presetClass="entr" presetSubtype="21" fill="hold" grpId="0" nodeType="withEffect">
                                  <p:stCondLst>
                                    <p:cond delay="0"/>
                                  </p:stCondLst>
                                  <p:childTnLst>
                                    <p:set>
                                      <p:cBhvr>
                                        <p:cTn id="33" dur="1" fill="hold">
                                          <p:stCondLst>
                                            <p:cond delay="0"/>
                                          </p:stCondLst>
                                        </p:cTn>
                                        <p:tgtEl>
                                          <p:spTgt spid="22"/>
                                        </p:tgtEl>
                                        <p:attrNameLst>
                                          <p:attrName>style.visibility</p:attrName>
                                        </p:attrNameLst>
                                      </p:cBhvr>
                                      <p:to>
                                        <p:strVal val="visible"/>
                                      </p:to>
                                    </p:set>
                                    <p:animEffect transition="in" filter="barn(inVertical)">
                                      <p:cBhvr>
                                        <p:cTn id="34" dur="500"/>
                                        <p:tgtEl>
                                          <p:spTgt spid="22"/>
                                        </p:tgtEl>
                                      </p:cBhvr>
                                    </p:animEffect>
                                  </p:childTnLst>
                                </p:cTn>
                              </p:par>
                              <p:par>
                                <p:cTn id="35" presetID="16" presetClass="entr" presetSubtype="21" fill="hold" grpId="0" nodeType="withEffect">
                                  <p:stCondLst>
                                    <p:cond delay="0"/>
                                  </p:stCondLst>
                                  <p:childTnLst>
                                    <p:set>
                                      <p:cBhvr>
                                        <p:cTn id="36" dur="1" fill="hold">
                                          <p:stCondLst>
                                            <p:cond delay="0"/>
                                          </p:stCondLst>
                                        </p:cTn>
                                        <p:tgtEl>
                                          <p:spTgt spid="23"/>
                                        </p:tgtEl>
                                        <p:attrNameLst>
                                          <p:attrName>style.visibility</p:attrName>
                                        </p:attrNameLst>
                                      </p:cBhvr>
                                      <p:to>
                                        <p:strVal val="visible"/>
                                      </p:to>
                                    </p:set>
                                    <p:animEffect transition="in" filter="barn(inVertical)">
                                      <p:cBhvr>
                                        <p:cTn id="37" dur="500"/>
                                        <p:tgtEl>
                                          <p:spTgt spid="23"/>
                                        </p:tgtEl>
                                      </p:cBhvr>
                                    </p:animEffect>
                                  </p:childTnLst>
                                </p:cTn>
                              </p:par>
                            </p:childTnLst>
                          </p:cTn>
                        </p:par>
                      </p:childTnLst>
                    </p:cTn>
                  </p:par>
                  <p:par>
                    <p:cTn id="38" fill="hold">
                      <p:stCondLst>
                        <p:cond delay="indefinite"/>
                      </p:stCondLst>
                      <p:childTnLst>
                        <p:par>
                          <p:cTn id="39" fill="hold">
                            <p:stCondLst>
                              <p:cond delay="0"/>
                            </p:stCondLst>
                            <p:childTnLst>
                              <p:par>
                                <p:cTn id="40" presetID="16" presetClass="entr" presetSubtype="21" fill="hold" grpId="0" nodeType="clickEffect">
                                  <p:stCondLst>
                                    <p:cond delay="0"/>
                                  </p:stCondLst>
                                  <p:childTnLst>
                                    <p:set>
                                      <p:cBhvr>
                                        <p:cTn id="41" dur="1" fill="hold">
                                          <p:stCondLst>
                                            <p:cond delay="0"/>
                                          </p:stCondLst>
                                        </p:cTn>
                                        <p:tgtEl>
                                          <p:spTgt spid="24"/>
                                        </p:tgtEl>
                                        <p:attrNameLst>
                                          <p:attrName>style.visibility</p:attrName>
                                        </p:attrNameLst>
                                      </p:cBhvr>
                                      <p:to>
                                        <p:strVal val="visible"/>
                                      </p:to>
                                    </p:set>
                                    <p:animEffect transition="in" filter="barn(inVertical)">
                                      <p:cBhvr>
                                        <p:cTn id="42" dur="500"/>
                                        <p:tgtEl>
                                          <p:spTgt spid="2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P spid="10" grpId="0" animBg="1"/>
      <p:bldP spid="15" grpId="0" animBg="1"/>
      <p:bldP spid="16" grpId="0"/>
      <p:bldP spid="17" grpId="0"/>
      <p:bldP spid="18" grpId="0" animBg="1"/>
      <p:bldP spid="21" grpId="0" animBg="1"/>
      <p:bldP spid="22" grpId="0"/>
      <p:bldP spid="23" grpId="0"/>
      <p:bldP spid="24" grpId="0" animBg="1"/>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4</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Technologies utilisées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43" name="Image 4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136717" y="4116911"/>
            <a:ext cx="2949508" cy="1769706"/>
          </a:xfrm>
          <a:prstGeom prst="rect">
            <a:avLst/>
          </a:prstGeom>
        </p:spPr>
      </p:pic>
      <p:pic>
        <p:nvPicPr>
          <p:cNvPr id="44" name="Image 4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353074" y="995644"/>
            <a:ext cx="1621468" cy="1621468"/>
          </a:xfrm>
          <a:prstGeom prst="rect">
            <a:avLst/>
          </a:prstGeom>
        </p:spPr>
      </p:pic>
      <p:pic>
        <p:nvPicPr>
          <p:cNvPr id="46" name="Image 4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28846" y="1087326"/>
            <a:ext cx="2431471" cy="1439865"/>
          </a:xfrm>
          <a:prstGeom prst="rect">
            <a:avLst/>
          </a:prstGeom>
        </p:spPr>
      </p:pic>
      <p:pic>
        <p:nvPicPr>
          <p:cNvPr id="47" name="Image 4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3300405" y="1085565"/>
            <a:ext cx="1441626" cy="1441626"/>
          </a:xfrm>
          <a:prstGeom prst="rect">
            <a:avLst/>
          </a:prstGeom>
        </p:spPr>
      </p:pic>
      <p:pic>
        <p:nvPicPr>
          <p:cNvPr id="48" name="Image 47"/>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7585585" y="1108570"/>
            <a:ext cx="1306007" cy="1306007"/>
          </a:xfrm>
          <a:prstGeom prst="rect">
            <a:avLst/>
          </a:prstGeom>
        </p:spPr>
      </p:pic>
      <p:pic>
        <p:nvPicPr>
          <p:cNvPr id="12" name="Image 11"/>
          <p:cNvPicPr>
            <a:picLocks noChangeAspect="1"/>
          </p:cNvPicPr>
          <p:nvPr/>
        </p:nvPicPr>
        <p:blipFill>
          <a:blip r:embed="rId8"/>
          <a:stretch>
            <a:fillRect/>
          </a:stretch>
        </p:blipFill>
        <p:spPr>
          <a:xfrm>
            <a:off x="9277350" y="1241316"/>
            <a:ext cx="2686050" cy="1285875"/>
          </a:xfrm>
          <a:prstGeom prst="rect">
            <a:avLst/>
          </a:prstGeom>
        </p:spPr>
      </p:pic>
      <p:pic>
        <p:nvPicPr>
          <p:cNvPr id="50" name="Image 49"/>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5016000" y="3503675"/>
            <a:ext cx="2160000" cy="1911504"/>
          </a:xfrm>
          <a:prstGeom prst="rect">
            <a:avLst/>
          </a:prstGeom>
        </p:spPr>
      </p:pic>
      <p:pic>
        <p:nvPicPr>
          <p:cNvPr id="15" name="Image 14"/>
          <p:cNvPicPr>
            <a:picLocks noChangeAspect="1"/>
          </p:cNvPicPr>
          <p:nvPr/>
        </p:nvPicPr>
        <p:blipFill>
          <a:blip r:embed="rId10" cstate="hqprint">
            <a:extLst>
              <a:ext uri="{28A0092B-C50C-407E-A947-70E740481C1C}">
                <a14:useLocalDpi xmlns:a14="http://schemas.microsoft.com/office/drawing/2010/main" val="0"/>
              </a:ext>
            </a:extLst>
          </a:blip>
          <a:stretch>
            <a:fillRect/>
          </a:stretch>
        </p:blipFill>
        <p:spPr>
          <a:xfrm>
            <a:off x="8469954" y="3800388"/>
            <a:ext cx="1614791" cy="1614791"/>
          </a:xfrm>
          <a:prstGeom prst="rect">
            <a:avLst/>
          </a:prstGeom>
        </p:spPr>
      </p:pic>
      <p:sp>
        <p:nvSpPr>
          <p:cNvPr id="16" name="Espace réservé du numéro de diapositive 15"/>
          <p:cNvSpPr>
            <a:spLocks noGrp="1"/>
          </p:cNvSpPr>
          <p:nvPr>
            <p:ph type="sldNum" sz="quarter" idx="12"/>
          </p:nvPr>
        </p:nvSpPr>
        <p:spPr/>
        <p:txBody>
          <a:bodyPr/>
          <a:lstStyle/>
          <a:p>
            <a:pPr rtl="0"/>
            <a:fld id="{06FEDF93-2BFD-41CA-ABC7-B039102F3792}" type="slidenum">
              <a:rPr lang="fr-FR" b="1" noProof="0" smtClean="0">
                <a:solidFill>
                  <a:schemeClr val="tx1"/>
                </a:solidFill>
              </a:rPr>
              <a:t>7</a:t>
            </a:fld>
            <a:endParaRPr lang="fr-FR" b="1" noProof="0" dirty="0">
              <a:solidFill>
                <a:schemeClr val="tx1"/>
              </a:solidFill>
            </a:endParaRPr>
          </a:p>
        </p:txBody>
      </p:sp>
    </p:spTree>
    <p:extLst>
      <p:ext uri="{BB962C8B-B14F-4D97-AF65-F5344CB8AC3E}">
        <p14:creationId xmlns:p14="http://schemas.microsoft.com/office/powerpoint/2010/main" val="843768125"/>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9" name="Image 18"/>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545951" y="3820043"/>
            <a:ext cx="3203280" cy="3046921"/>
          </a:xfrm>
          <a:prstGeom prst="rect">
            <a:avLst/>
          </a:prstGeom>
        </p:spPr>
      </p:pic>
      <p:sp>
        <p:nvSpPr>
          <p:cNvPr id="7" name="Titr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4</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Langages utilisées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15" name="Imag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9068888" y="1071723"/>
            <a:ext cx="2160000" cy="2160000"/>
          </a:xfrm>
          <a:prstGeom prst="rect">
            <a:avLst/>
          </a:prstGeom>
        </p:spPr>
      </p:pic>
      <p:pic>
        <p:nvPicPr>
          <p:cNvPr id="16" name="Image 1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5340465" y="1134476"/>
            <a:ext cx="1517535" cy="1517535"/>
          </a:xfrm>
          <a:prstGeom prst="rect">
            <a:avLst/>
          </a:prstGeom>
        </p:spPr>
      </p:pic>
      <p:pic>
        <p:nvPicPr>
          <p:cNvPr id="17" name="Imag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963112" y="1134476"/>
            <a:ext cx="2160000" cy="2160000"/>
          </a:xfrm>
          <a:prstGeom prst="rect">
            <a:avLst/>
          </a:prstGeom>
        </p:spPr>
      </p:pic>
      <p:pic>
        <p:nvPicPr>
          <p:cNvPr id="3" name="Image 2"/>
          <p:cNvPicPr>
            <a:picLocks noChangeAspect="1"/>
          </p:cNvPicPr>
          <p:nvPr/>
        </p:nvPicPr>
        <p:blipFill>
          <a:blip r:embed="rId7" cstate="hqprint">
            <a:extLst>
              <a:ext uri="{28A0092B-C50C-407E-A947-70E740481C1C}">
                <a14:useLocalDpi xmlns:a14="http://schemas.microsoft.com/office/drawing/2010/main" val="0"/>
              </a:ext>
            </a:extLst>
          </a:blip>
          <a:stretch>
            <a:fillRect/>
          </a:stretch>
        </p:blipFill>
        <p:spPr>
          <a:xfrm>
            <a:off x="3544824" y="2736701"/>
            <a:ext cx="2192299" cy="1340214"/>
          </a:xfrm>
          <a:prstGeom prst="rect">
            <a:avLst/>
          </a:prstGeom>
        </p:spPr>
      </p:pic>
      <p:pic>
        <p:nvPicPr>
          <p:cNvPr id="18" name="Image 1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1046091" y="4415052"/>
            <a:ext cx="4154041" cy="2306423"/>
          </a:xfrm>
          <a:prstGeom prst="rect">
            <a:avLst/>
          </a:prstGeom>
        </p:spPr>
      </p:pic>
      <p:sp>
        <p:nvSpPr>
          <p:cNvPr id="5" name="Espace réservé du numéro de diapositive 4"/>
          <p:cNvSpPr>
            <a:spLocks noGrp="1"/>
          </p:cNvSpPr>
          <p:nvPr>
            <p:ph type="sldNum" sz="quarter" idx="12"/>
          </p:nvPr>
        </p:nvSpPr>
        <p:spPr/>
        <p:txBody>
          <a:bodyPr/>
          <a:lstStyle/>
          <a:p>
            <a:pPr rtl="0"/>
            <a:fld id="{06FEDF93-2BFD-41CA-ABC7-B039102F3792}" type="slidenum">
              <a:rPr lang="fr-FR" b="1" noProof="0" smtClean="0">
                <a:solidFill>
                  <a:schemeClr val="tx1"/>
                </a:solidFill>
              </a:rPr>
              <a:t>8</a:t>
            </a:fld>
            <a:endParaRPr lang="fr-FR" b="1" noProof="0" dirty="0">
              <a:solidFill>
                <a:schemeClr val="tx1"/>
              </a:solidFill>
            </a:endParaRPr>
          </a:p>
        </p:txBody>
      </p:sp>
      <p:pic>
        <p:nvPicPr>
          <p:cNvPr id="2" name="Image 1"/>
          <p:cNvPicPr>
            <a:picLocks noChangeAspect="1"/>
          </p:cNvPicPr>
          <p:nvPr/>
        </p:nvPicPr>
        <p:blipFill>
          <a:blip r:embed="rId9" cstate="hqprint">
            <a:extLst>
              <a:ext uri="{28A0092B-C50C-407E-A947-70E740481C1C}">
                <a14:useLocalDpi xmlns:a14="http://schemas.microsoft.com/office/drawing/2010/main" val="0"/>
              </a:ext>
            </a:extLst>
          </a:blip>
          <a:stretch>
            <a:fillRect/>
          </a:stretch>
        </p:blipFill>
        <p:spPr>
          <a:xfrm>
            <a:off x="6858000" y="2482958"/>
            <a:ext cx="1847699" cy="1847699"/>
          </a:xfrm>
          <a:prstGeom prst="rect">
            <a:avLst/>
          </a:prstGeom>
        </p:spPr>
      </p:pic>
    </p:spTree>
    <p:extLst>
      <p:ext uri="{BB962C8B-B14F-4D97-AF65-F5344CB8AC3E}">
        <p14:creationId xmlns:p14="http://schemas.microsoft.com/office/powerpoint/2010/main" val="2831296704"/>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Arborescence</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432760" y="1257126"/>
            <a:ext cx="5788059" cy="1107996"/>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Côté employeur</a:t>
            </a:r>
            <a:endParaRPr lang="fr-FR" sz="66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b="1" noProof="0" smtClean="0">
                <a:solidFill>
                  <a:schemeClr val="tx1"/>
                </a:solidFill>
              </a:rPr>
              <a:t>9</a:t>
            </a:fld>
            <a:endParaRPr lang="fr-FR" b="1" noProof="0" dirty="0">
              <a:solidFill>
                <a:schemeClr val="tx1"/>
              </a:solidFill>
            </a:endParaRPr>
          </a:p>
        </p:txBody>
      </p:sp>
      <p:pic>
        <p:nvPicPr>
          <p:cNvPr id="12" name="Image 11"/>
          <p:cNvPicPr>
            <a:picLocks noChangeAspect="1"/>
          </p:cNvPicPr>
          <p:nvPr/>
        </p:nvPicPr>
        <p:blipFill>
          <a:blip r:embed="rId3"/>
          <a:stretch>
            <a:fillRect/>
          </a:stretch>
        </p:blipFill>
        <p:spPr>
          <a:xfrm>
            <a:off x="0" y="910696"/>
            <a:ext cx="12192000" cy="5947304"/>
          </a:xfrm>
          <a:prstGeom prst="rect">
            <a:avLst/>
          </a:prstGeom>
        </p:spPr>
      </p:pic>
    </p:spTree>
    <p:extLst>
      <p:ext uri="{BB962C8B-B14F-4D97-AF65-F5344CB8AC3E}">
        <p14:creationId xmlns:p14="http://schemas.microsoft.com/office/powerpoint/2010/main" val="121732219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42" presetClass="entr" presetSubtype="0" fill="hold" nodeType="withEffect">
                                  <p:stCondLst>
                                    <p:cond delay="0"/>
                                  </p:stCondLst>
                                  <p:childTnLst>
                                    <p:set>
                                      <p:cBhvr>
                                        <p:cTn id="9" dur="1" fill="hold">
                                          <p:stCondLst>
                                            <p:cond delay="0"/>
                                          </p:stCondLst>
                                        </p:cTn>
                                        <p:tgtEl>
                                          <p:spTgt spid="12"/>
                                        </p:tgtEl>
                                        <p:attrNameLst>
                                          <p:attrName>style.visibility</p:attrName>
                                        </p:attrNameLst>
                                      </p:cBhvr>
                                      <p:to>
                                        <p:strVal val="visible"/>
                                      </p:to>
                                    </p:set>
                                    <p:animEffect transition="in" filter="fade">
                                      <p:cBhvr>
                                        <p:cTn id="10" dur="1000"/>
                                        <p:tgtEl>
                                          <p:spTgt spid="12"/>
                                        </p:tgtEl>
                                      </p:cBhvr>
                                    </p:animEffect>
                                    <p:anim calcmode="lin" valueType="num">
                                      <p:cBhvr>
                                        <p:cTn id="11" dur="1000" fill="hold"/>
                                        <p:tgtEl>
                                          <p:spTgt spid="12"/>
                                        </p:tgtEl>
                                        <p:attrNameLst>
                                          <p:attrName>ppt_x</p:attrName>
                                        </p:attrNameLst>
                                      </p:cBhvr>
                                      <p:tavLst>
                                        <p:tav tm="0">
                                          <p:val>
                                            <p:strVal val="#ppt_x"/>
                                          </p:val>
                                        </p:tav>
                                        <p:tav tm="100000">
                                          <p:val>
                                            <p:strVal val="#ppt_x"/>
                                          </p:val>
                                        </p:tav>
                                      </p:tavLst>
                                    </p:anim>
                                    <p:anim calcmode="lin" valueType="num">
                                      <p:cBhvr>
                                        <p:cTn id="12"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Arborescence</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812641" y="1257126"/>
            <a:ext cx="5028300" cy="1107996"/>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Côté candidat</a:t>
            </a:r>
            <a:endParaRPr lang="fr-FR" sz="66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b="1" noProof="0" smtClean="0">
                <a:solidFill>
                  <a:schemeClr val="tx1"/>
                </a:solidFill>
              </a:rPr>
              <a:t>10</a:t>
            </a:fld>
            <a:endParaRPr lang="fr-FR" b="1" noProof="0" dirty="0">
              <a:solidFill>
                <a:schemeClr val="tx1"/>
              </a:solidFill>
            </a:endParaRPr>
          </a:p>
        </p:txBody>
      </p:sp>
      <p:pic>
        <p:nvPicPr>
          <p:cNvPr id="10" name="Image 9"/>
          <p:cNvPicPr>
            <a:picLocks noChangeAspect="1"/>
          </p:cNvPicPr>
          <p:nvPr/>
        </p:nvPicPr>
        <p:blipFill>
          <a:blip r:embed="rId3"/>
          <a:stretch>
            <a:fillRect/>
          </a:stretch>
        </p:blipFill>
        <p:spPr>
          <a:xfrm>
            <a:off x="0" y="910696"/>
            <a:ext cx="12192000" cy="5947304"/>
          </a:xfrm>
          <a:prstGeom prst="rect">
            <a:avLst/>
          </a:prstGeom>
        </p:spPr>
      </p:pic>
    </p:spTree>
    <p:extLst>
      <p:ext uri="{BB962C8B-B14F-4D97-AF65-F5344CB8AC3E}">
        <p14:creationId xmlns:p14="http://schemas.microsoft.com/office/powerpoint/2010/main" val="380375380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42" presetClass="entr" presetSubtype="0" fill="hold" nodeType="withEffect">
                                  <p:stCondLst>
                                    <p:cond delay="0"/>
                                  </p:stCondLst>
                                  <p:childTnLst>
                                    <p:set>
                                      <p:cBhvr>
                                        <p:cTn id="9" dur="1" fill="hold">
                                          <p:stCondLst>
                                            <p:cond delay="0"/>
                                          </p:stCondLst>
                                        </p:cTn>
                                        <p:tgtEl>
                                          <p:spTgt spid="10"/>
                                        </p:tgtEl>
                                        <p:attrNameLst>
                                          <p:attrName>style.visibility</p:attrName>
                                        </p:attrNameLst>
                                      </p:cBhvr>
                                      <p:to>
                                        <p:strVal val="visible"/>
                                      </p:to>
                                    </p:set>
                                    <p:animEffect transition="in" filter="fade">
                                      <p:cBhvr>
                                        <p:cTn id="10" dur="1000"/>
                                        <p:tgtEl>
                                          <p:spTgt spid="10"/>
                                        </p:tgtEl>
                                      </p:cBhvr>
                                    </p:animEffect>
                                    <p:anim calcmode="lin" valueType="num">
                                      <p:cBhvr>
                                        <p:cTn id="11" dur="1000" fill="hold"/>
                                        <p:tgtEl>
                                          <p:spTgt spid="10"/>
                                        </p:tgtEl>
                                        <p:attrNameLst>
                                          <p:attrName>ppt_x</p:attrName>
                                        </p:attrNameLst>
                                      </p:cBhvr>
                                      <p:tavLst>
                                        <p:tav tm="0">
                                          <p:val>
                                            <p:strVal val="#ppt_x"/>
                                          </p:val>
                                        </p:tav>
                                        <p:tav tm="100000">
                                          <p:val>
                                            <p:strVal val="#ppt_x"/>
                                          </p:val>
                                        </p:tav>
                                      </p:tavLst>
                                    </p:anim>
                                    <p:anim calcmode="lin" valueType="num">
                                      <p:cBhvr>
                                        <p:cTn id="12"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p:bld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4</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Accessibilité &amp; maquettes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0" name="Espace réservé du numéro de diapositive 29"/>
          <p:cNvSpPr>
            <a:spLocks noGrp="1"/>
          </p:cNvSpPr>
          <p:nvPr>
            <p:ph type="sldNum" sz="quarter" idx="12"/>
          </p:nvPr>
        </p:nvSpPr>
        <p:spPr/>
        <p:txBody>
          <a:bodyPr/>
          <a:lstStyle/>
          <a:p>
            <a:pPr rtl="0"/>
            <a:fld id="{06FEDF93-2BFD-41CA-ABC7-B039102F3792}" type="slidenum">
              <a:rPr lang="fr-FR" b="1" noProof="0" smtClean="0">
                <a:solidFill>
                  <a:schemeClr val="tx1"/>
                </a:solidFill>
              </a:rPr>
              <a:t>11</a:t>
            </a:fld>
            <a:endParaRPr lang="fr-FR" b="1" noProof="0" dirty="0">
              <a:solidFill>
                <a:schemeClr val="tx1"/>
              </a:solidFill>
            </a:endParaRPr>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450787" y="986268"/>
            <a:ext cx="3290426" cy="3215400"/>
          </a:xfrm>
          <a:prstGeom prst="rect">
            <a:avLst/>
          </a:prstGeom>
        </p:spPr>
      </p:pic>
      <p:sp>
        <p:nvSpPr>
          <p:cNvPr id="22"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146194" y="1540876"/>
            <a:ext cx="3813925" cy="3649112"/>
          </a:xfrm>
          <a:prstGeom prst="trapezoid">
            <a:avLst/>
          </a:prstGeom>
          <a:solidFill>
            <a:srgbClr val="0D8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31" name="ZoneTexte 30"/>
          <p:cNvSpPr txBox="1"/>
          <p:nvPr/>
        </p:nvSpPr>
        <p:spPr>
          <a:xfrm>
            <a:off x="440796" y="2457491"/>
            <a:ext cx="2905519" cy="1815882"/>
          </a:xfrm>
          <a:prstGeom prst="rect">
            <a:avLst/>
          </a:prstGeom>
          <a:noFill/>
        </p:spPr>
        <p:txBody>
          <a:bodyPr wrap="square" rtlCol="0">
            <a:spAutoFit/>
          </a:bodyPr>
          <a:lstStyle/>
          <a:p>
            <a:pPr marL="285750" indent="-285750">
              <a:buFont typeface="Arial" panose="020B0604020202020204" pitchFamily="34" charset="0"/>
              <a:buChar char="•"/>
            </a:pPr>
            <a:r>
              <a:rPr lang="fr-FR" sz="2800" dirty="0" smtClean="0">
                <a:solidFill>
                  <a:schemeClr val="bg1"/>
                </a:solidFill>
                <a:latin typeface="Calibri" panose="020F0502020204030204" pitchFamily="34" charset="0"/>
                <a:cs typeface="Calibri" panose="020F0502020204030204" pitchFamily="34" charset="0"/>
              </a:rPr>
              <a:t>Simplicité</a:t>
            </a:r>
          </a:p>
          <a:p>
            <a:pPr marL="285750" indent="-285750">
              <a:buFont typeface="Arial" panose="020B0604020202020204" pitchFamily="34" charset="0"/>
              <a:buChar char="•"/>
            </a:pPr>
            <a:endParaRPr lang="fr-FR" sz="2800"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2800" dirty="0" smtClean="0">
                <a:solidFill>
                  <a:schemeClr val="bg1"/>
                </a:solidFill>
                <a:latin typeface="Calibri" panose="020F0502020204030204" pitchFamily="34" charset="0"/>
                <a:cs typeface="Calibri" panose="020F0502020204030204" pitchFamily="34" charset="0"/>
              </a:rPr>
              <a:t>Proximité du service proposé</a:t>
            </a:r>
          </a:p>
        </p:txBody>
      </p:sp>
      <p:sp>
        <p:nvSpPr>
          <p:cNvPr id="32"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8023369" y="1712732"/>
            <a:ext cx="3813925" cy="3649112"/>
          </a:xfrm>
          <a:prstGeom prst="trapezoid">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33" name="ZoneTexte 32"/>
          <p:cNvSpPr txBox="1"/>
          <p:nvPr/>
        </p:nvSpPr>
        <p:spPr>
          <a:xfrm>
            <a:off x="8281904" y="2629347"/>
            <a:ext cx="3296854" cy="1815882"/>
          </a:xfrm>
          <a:prstGeom prst="rect">
            <a:avLst/>
          </a:prstGeom>
          <a:noFill/>
        </p:spPr>
        <p:txBody>
          <a:bodyPr wrap="square" rtlCol="0">
            <a:spAutoFit/>
          </a:bodyPr>
          <a:lstStyle/>
          <a:p>
            <a:pPr marL="285750" indent="-285750">
              <a:buFont typeface="Arial" panose="020B0604020202020204" pitchFamily="34" charset="0"/>
              <a:buChar char="•"/>
            </a:pPr>
            <a:r>
              <a:rPr lang="fr-FR" sz="2800" dirty="0">
                <a:latin typeface="Calibri" panose="020F0502020204030204" pitchFamily="34" charset="0"/>
                <a:cs typeface="Calibri" panose="020F0502020204030204" pitchFamily="34" charset="0"/>
              </a:rPr>
              <a:t>logo : </a:t>
            </a:r>
            <a:r>
              <a:rPr lang="fr-FR" sz="2800" dirty="0" smtClean="0">
                <a:latin typeface="Calibri" panose="020F0502020204030204" pitchFamily="34" charset="0"/>
                <a:cs typeface="Calibri" panose="020F0502020204030204" pitchFamily="34" charset="0"/>
              </a:rPr>
              <a:t>looka.com</a:t>
            </a:r>
          </a:p>
          <a:p>
            <a:pPr marL="285750" indent="-285750">
              <a:buFont typeface="Arial" panose="020B0604020202020204" pitchFamily="34" charset="0"/>
              <a:buChar char="•"/>
            </a:pPr>
            <a:endParaRPr lang="fr-FR" sz="2800" dirty="0">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sz="2800" dirty="0" smtClean="0">
                <a:latin typeface="Calibri" panose="020F0502020204030204" pitchFamily="34" charset="0"/>
                <a:cs typeface="Calibri" panose="020F0502020204030204" pitchFamily="34" charset="0"/>
              </a:rPr>
              <a:t>nom </a:t>
            </a:r>
            <a:r>
              <a:rPr lang="fr-FR" sz="2800" dirty="0">
                <a:latin typeface="Calibri" panose="020F0502020204030204" pitchFamily="34" charset="0"/>
                <a:cs typeface="Calibri" panose="020F0502020204030204" pitchFamily="34" charset="0"/>
              </a:rPr>
              <a:t>de domaine : clean-connect.fr</a:t>
            </a:r>
            <a:endParaRPr lang="fr-FR" sz="2800" dirty="0" smtClean="0">
              <a:latin typeface="Calibri" panose="020F0502020204030204" pitchFamily="34" charset="0"/>
              <a:cs typeface="Calibri" panose="020F0502020204030204" pitchFamily="34" charset="0"/>
            </a:endParaRPr>
          </a:p>
        </p:txBody>
      </p:sp>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246676" y="5567057"/>
            <a:ext cx="2760537" cy="880171"/>
          </a:xfrm>
          <a:prstGeom prst="rect">
            <a:avLst/>
          </a:prstGeom>
        </p:spPr>
      </p:pic>
      <p:pic>
        <p:nvPicPr>
          <p:cNvPr id="5" name="Imag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629028" y="5549115"/>
            <a:ext cx="2224370" cy="789293"/>
          </a:xfrm>
          <a:prstGeom prst="rect">
            <a:avLst/>
          </a:prstGeom>
        </p:spPr>
      </p:pic>
    </p:spTree>
    <p:extLst>
      <p:ext uri="{BB962C8B-B14F-4D97-AF65-F5344CB8AC3E}">
        <p14:creationId xmlns:p14="http://schemas.microsoft.com/office/powerpoint/2010/main" val="346744148"/>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4</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Accessibilité &amp; maquettes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pic>
        <p:nvPicPr>
          <p:cNvPr id="2" name="Image 1"/>
          <p:cNvPicPr>
            <a:picLocks noChangeAspect="1"/>
          </p:cNvPicPr>
          <p:nvPr/>
        </p:nvPicPr>
        <p:blipFill>
          <a:blip r:embed="rId3"/>
          <a:stretch>
            <a:fillRect/>
          </a:stretch>
        </p:blipFill>
        <p:spPr>
          <a:xfrm>
            <a:off x="0" y="578298"/>
            <a:ext cx="2601699" cy="5847568"/>
          </a:xfrm>
          <a:prstGeom prst="rect">
            <a:avLst/>
          </a:prstGeom>
        </p:spPr>
      </p:pic>
      <p:sp>
        <p:nvSpPr>
          <p:cNvPr id="20"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3009199" y="1122376"/>
            <a:ext cx="5372340" cy="5146284"/>
          </a:xfrm>
          <a:prstGeom prst="trapezoid">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21" name="Rectangle 20">
            <a:extLst>
              <a:ext uri="{FF2B5EF4-FFF2-40B4-BE49-F238E27FC236}">
                <a16:creationId xmlns:a16="http://schemas.microsoft.com/office/drawing/2014/main" id="{3F19BFA5-D0CA-4CF0-8499-504D956B6563}"/>
              </a:ext>
            </a:extLst>
          </p:cNvPr>
          <p:cNvSpPr/>
          <p:nvPr/>
        </p:nvSpPr>
        <p:spPr>
          <a:xfrm>
            <a:off x="3166532" y="1567102"/>
            <a:ext cx="2741963" cy="430887"/>
          </a:xfrm>
          <a:prstGeom prst="rect">
            <a:avLst/>
          </a:prstGeom>
        </p:spPr>
        <p:txBody>
          <a:bodyPr wrap="square" lIns="0" tIns="0" rIns="0" bIns="0" rtlCol="0">
            <a:spAutoFit/>
          </a:bodyPr>
          <a:lstStyle/>
          <a:p>
            <a:pPr algn="ctr" rtl="0"/>
            <a:r>
              <a:rPr lang="fr-FR" sz="2800" b="1" u="sng" dirty="0" smtClean="0"/>
              <a:t>Charte graphique</a:t>
            </a:r>
            <a:endParaRPr lang="fr-FR" sz="2800" b="1" u="sng" dirty="0"/>
          </a:p>
        </p:txBody>
      </p:sp>
      <p:pic>
        <p:nvPicPr>
          <p:cNvPr id="6" name="Image 5"/>
          <p:cNvPicPr>
            <a:picLocks noChangeAspect="1"/>
          </p:cNvPicPr>
          <p:nvPr/>
        </p:nvPicPr>
        <p:blipFill>
          <a:blip r:embed="rId4"/>
          <a:stretch>
            <a:fillRect/>
          </a:stretch>
        </p:blipFill>
        <p:spPr>
          <a:xfrm>
            <a:off x="3253591" y="2220266"/>
            <a:ext cx="371661" cy="371661"/>
          </a:xfrm>
          <a:prstGeom prst="rect">
            <a:avLst/>
          </a:prstGeom>
        </p:spPr>
      </p:pic>
      <p:sp>
        <p:nvSpPr>
          <p:cNvPr id="9" name="ZoneTexte 8"/>
          <p:cNvSpPr txBox="1"/>
          <p:nvPr/>
        </p:nvSpPr>
        <p:spPr>
          <a:xfrm>
            <a:off x="3756616" y="2154255"/>
            <a:ext cx="3869072" cy="923330"/>
          </a:xfrm>
          <a:prstGeom prst="rect">
            <a:avLst/>
          </a:prstGeom>
          <a:noFill/>
        </p:spPr>
        <p:txBody>
          <a:bodyPr wrap="none" rtlCol="0">
            <a:spAutoFit/>
          </a:bodyPr>
          <a:lstStyle/>
          <a:p>
            <a:r>
              <a:rPr lang="fr-FR" dirty="0" smtClean="0">
                <a:latin typeface="Calibri" panose="020F0502020204030204" pitchFamily="34" charset="0"/>
                <a:cs typeface="Calibri" panose="020F0502020204030204" pitchFamily="34" charset="0"/>
              </a:rPr>
              <a:t>Bleu clair : boutons, éléments interactif</a:t>
            </a:r>
          </a:p>
          <a:p>
            <a:r>
              <a:rPr lang="fr-FR" dirty="0" smtClean="0">
                <a:latin typeface="Calibri" panose="020F0502020204030204" pitchFamily="34" charset="0"/>
                <a:cs typeface="Calibri" panose="020F0502020204030204" pitchFamily="34" charset="0"/>
              </a:rPr>
              <a:t>#3B8BF6 16% ou  79%</a:t>
            </a:r>
          </a:p>
          <a:p>
            <a:pPr marL="742950" lvl="1" indent="-285750">
              <a:buFont typeface="Arial" panose="020B0604020202020204" pitchFamily="34" charset="0"/>
              <a:buChar char="•"/>
            </a:pPr>
            <a:r>
              <a:rPr lang="fr-FR" dirty="0" smtClean="0">
                <a:latin typeface="Calibri" panose="020F0502020204030204" pitchFamily="34" charset="0"/>
                <a:cs typeface="Calibri" panose="020F0502020204030204" pitchFamily="34" charset="0"/>
              </a:rPr>
              <a:t>Contraste 6,21 / 1</a:t>
            </a:r>
            <a:endParaRPr lang="fr-FR" dirty="0">
              <a:latin typeface="Calibri" panose="020F0502020204030204" pitchFamily="34" charset="0"/>
              <a:cs typeface="Calibri" panose="020F0502020204030204" pitchFamily="34" charset="0"/>
            </a:endParaRPr>
          </a:p>
        </p:txBody>
      </p:sp>
      <p:pic>
        <p:nvPicPr>
          <p:cNvPr id="10" name="Image 9"/>
          <p:cNvPicPr>
            <a:picLocks noChangeAspect="1"/>
          </p:cNvPicPr>
          <p:nvPr/>
        </p:nvPicPr>
        <p:blipFill>
          <a:blip r:embed="rId5"/>
          <a:stretch>
            <a:fillRect/>
          </a:stretch>
        </p:blipFill>
        <p:spPr>
          <a:xfrm>
            <a:off x="3253591" y="3283207"/>
            <a:ext cx="374901" cy="359280"/>
          </a:xfrm>
          <a:prstGeom prst="rect">
            <a:avLst/>
          </a:prstGeom>
        </p:spPr>
      </p:pic>
      <p:sp>
        <p:nvSpPr>
          <p:cNvPr id="13" name="Rectangle 12"/>
          <p:cNvSpPr/>
          <p:nvPr/>
        </p:nvSpPr>
        <p:spPr>
          <a:xfrm>
            <a:off x="3756616" y="3142897"/>
            <a:ext cx="6096000" cy="646331"/>
          </a:xfrm>
          <a:prstGeom prst="rect">
            <a:avLst/>
          </a:prstGeom>
        </p:spPr>
        <p:txBody>
          <a:bodyPr>
            <a:spAutoFit/>
          </a:bodyPr>
          <a:lstStyle/>
          <a:p>
            <a:r>
              <a:rPr lang="fr-FR" dirty="0" smtClean="0">
                <a:latin typeface="Calibri" panose="020F0502020204030204" pitchFamily="34" charset="0"/>
                <a:cs typeface="Calibri" panose="020F0502020204030204" pitchFamily="34" charset="0"/>
              </a:rPr>
              <a:t>Gris </a:t>
            </a:r>
            <a:r>
              <a:rPr lang="fr-FR" dirty="0">
                <a:latin typeface="Calibri" panose="020F0502020204030204" pitchFamily="34" charset="0"/>
                <a:cs typeface="Calibri" panose="020F0502020204030204" pitchFamily="34" charset="0"/>
              </a:rPr>
              <a:t>clair : </a:t>
            </a:r>
            <a:r>
              <a:rPr lang="fr-FR" dirty="0" smtClean="0">
                <a:latin typeface="Calibri" panose="020F0502020204030204" pitchFamily="34" charset="0"/>
                <a:cs typeface="Calibri" panose="020F0502020204030204" pitchFamily="34" charset="0"/>
              </a:rPr>
              <a:t>zones secondaires, fond de cartes </a:t>
            </a:r>
            <a:endParaRPr lang="fr-FR" dirty="0">
              <a:latin typeface="Calibri" panose="020F0502020204030204" pitchFamily="34" charset="0"/>
              <a:cs typeface="Calibri" panose="020F0502020204030204" pitchFamily="34" charset="0"/>
            </a:endParaRPr>
          </a:p>
          <a:p>
            <a:r>
              <a:rPr lang="fr-FR" dirty="0" smtClean="0">
                <a:latin typeface="Calibri" panose="020F0502020204030204" pitchFamily="34" charset="0"/>
                <a:cs typeface="Calibri" panose="020F0502020204030204" pitchFamily="34" charset="0"/>
              </a:rPr>
              <a:t>#F3F4F6</a:t>
            </a:r>
            <a:endParaRPr lang="fr-FR" dirty="0">
              <a:latin typeface="Calibri" panose="020F0502020204030204" pitchFamily="34" charset="0"/>
              <a:cs typeface="Calibri" panose="020F0502020204030204" pitchFamily="34" charset="0"/>
            </a:endParaRPr>
          </a:p>
        </p:txBody>
      </p:sp>
      <p:pic>
        <p:nvPicPr>
          <p:cNvPr id="23" name="Image 22"/>
          <p:cNvPicPr>
            <a:picLocks noChangeAspect="1"/>
          </p:cNvPicPr>
          <p:nvPr/>
        </p:nvPicPr>
        <p:blipFill>
          <a:blip r:embed="rId6"/>
          <a:stretch>
            <a:fillRect/>
          </a:stretch>
        </p:blipFill>
        <p:spPr>
          <a:xfrm>
            <a:off x="3253591" y="4049663"/>
            <a:ext cx="1504950" cy="457200"/>
          </a:xfrm>
          <a:prstGeom prst="rect">
            <a:avLst/>
          </a:prstGeom>
        </p:spPr>
      </p:pic>
      <p:sp>
        <p:nvSpPr>
          <p:cNvPr id="24" name="Rectangle 23"/>
          <p:cNvSpPr/>
          <p:nvPr/>
        </p:nvSpPr>
        <p:spPr>
          <a:xfrm>
            <a:off x="4758541" y="4045198"/>
            <a:ext cx="3751131" cy="646331"/>
          </a:xfrm>
          <a:prstGeom prst="rect">
            <a:avLst/>
          </a:prstGeom>
        </p:spPr>
        <p:txBody>
          <a:bodyPr wrap="square">
            <a:spAutoFit/>
          </a:bodyPr>
          <a:lstStyle/>
          <a:p>
            <a:r>
              <a:rPr lang="fr-FR" dirty="0" smtClean="0">
                <a:latin typeface="Calibri" panose="020F0502020204030204" pitchFamily="34" charset="0"/>
                <a:cs typeface="Calibri" panose="020F0502020204030204" pitchFamily="34" charset="0"/>
              </a:rPr>
              <a:t>Bleu foncé </a:t>
            </a:r>
            <a:r>
              <a:rPr lang="fr-FR" dirty="0">
                <a:latin typeface="Calibri" panose="020F0502020204030204" pitchFamily="34" charset="0"/>
                <a:cs typeface="Calibri" panose="020F0502020204030204" pitchFamily="34" charset="0"/>
              </a:rPr>
              <a:t>: </a:t>
            </a:r>
            <a:r>
              <a:rPr lang="fr-FR" dirty="0" smtClean="0">
                <a:latin typeface="Calibri" panose="020F0502020204030204" pitchFamily="34" charset="0"/>
                <a:cs typeface="Calibri" panose="020F0502020204030204" pitchFamily="34" charset="0"/>
              </a:rPr>
              <a:t>titres, textes importants</a:t>
            </a:r>
            <a:endParaRPr lang="fr-FR" dirty="0">
              <a:latin typeface="Calibri" panose="020F0502020204030204" pitchFamily="34" charset="0"/>
              <a:cs typeface="Calibri" panose="020F0502020204030204" pitchFamily="34" charset="0"/>
            </a:endParaRPr>
          </a:p>
          <a:p>
            <a:r>
              <a:rPr lang="fr-FR" dirty="0" smtClean="0">
                <a:latin typeface="Calibri" panose="020F0502020204030204" pitchFamily="34" charset="0"/>
                <a:cs typeface="Calibri" panose="020F0502020204030204" pitchFamily="34" charset="0"/>
              </a:rPr>
              <a:t>#1E3A8A</a:t>
            </a:r>
            <a:endParaRPr lang="fr-FR" dirty="0">
              <a:latin typeface="Calibri" panose="020F0502020204030204" pitchFamily="34" charset="0"/>
              <a:cs typeface="Calibri" panose="020F0502020204030204" pitchFamily="34" charset="0"/>
            </a:endParaRPr>
          </a:p>
        </p:txBody>
      </p:sp>
      <p:pic>
        <p:nvPicPr>
          <p:cNvPr id="25" name="Image 24"/>
          <p:cNvPicPr>
            <a:picLocks noChangeAspect="1"/>
          </p:cNvPicPr>
          <p:nvPr/>
        </p:nvPicPr>
        <p:blipFill>
          <a:blip r:embed="rId7"/>
          <a:stretch>
            <a:fillRect/>
          </a:stretch>
        </p:blipFill>
        <p:spPr>
          <a:xfrm>
            <a:off x="3253591" y="4865964"/>
            <a:ext cx="1255581" cy="401786"/>
          </a:xfrm>
          <a:prstGeom prst="rect">
            <a:avLst/>
          </a:prstGeom>
        </p:spPr>
      </p:pic>
      <p:sp>
        <p:nvSpPr>
          <p:cNvPr id="26" name="Rectangle 25"/>
          <p:cNvSpPr/>
          <p:nvPr/>
        </p:nvSpPr>
        <p:spPr>
          <a:xfrm>
            <a:off x="4758541" y="4865964"/>
            <a:ext cx="1973766" cy="646331"/>
          </a:xfrm>
          <a:prstGeom prst="rect">
            <a:avLst/>
          </a:prstGeom>
        </p:spPr>
        <p:txBody>
          <a:bodyPr wrap="square">
            <a:spAutoFit/>
          </a:bodyPr>
          <a:lstStyle/>
          <a:p>
            <a:r>
              <a:rPr lang="fr-FR" dirty="0" smtClean="0">
                <a:latin typeface="Calibri" panose="020F0502020204030204" pitchFamily="34" charset="0"/>
                <a:cs typeface="Calibri" panose="020F0502020204030204" pitchFamily="34" charset="0"/>
              </a:rPr>
              <a:t>Gris </a:t>
            </a:r>
            <a:r>
              <a:rPr lang="fr-FR" dirty="0">
                <a:latin typeface="Calibri" panose="020F0502020204030204" pitchFamily="34" charset="0"/>
                <a:cs typeface="Calibri" panose="020F0502020204030204" pitchFamily="34" charset="0"/>
              </a:rPr>
              <a:t>foncé : </a:t>
            </a:r>
            <a:r>
              <a:rPr lang="fr-FR" dirty="0" smtClean="0">
                <a:latin typeface="Calibri" panose="020F0502020204030204" pitchFamily="34" charset="0"/>
                <a:cs typeface="Calibri" panose="020F0502020204030204" pitchFamily="34" charset="0"/>
              </a:rPr>
              <a:t>textes</a:t>
            </a:r>
            <a:endParaRPr lang="fr-FR" dirty="0">
              <a:latin typeface="Calibri" panose="020F0502020204030204" pitchFamily="34" charset="0"/>
              <a:cs typeface="Calibri" panose="020F0502020204030204" pitchFamily="34" charset="0"/>
            </a:endParaRPr>
          </a:p>
          <a:p>
            <a:r>
              <a:rPr lang="fr-FR" dirty="0" smtClean="0">
                <a:latin typeface="Calibri" panose="020F0502020204030204" pitchFamily="34" charset="0"/>
                <a:cs typeface="Calibri" panose="020F0502020204030204" pitchFamily="34" charset="0"/>
              </a:rPr>
              <a:t>#374151</a:t>
            </a:r>
            <a:endParaRPr lang="fr-FR" dirty="0">
              <a:latin typeface="Calibri" panose="020F0502020204030204" pitchFamily="34" charset="0"/>
              <a:cs typeface="Calibri" panose="020F0502020204030204" pitchFamily="34" charset="0"/>
            </a:endParaRPr>
          </a:p>
        </p:txBody>
      </p:sp>
      <p:pic>
        <p:nvPicPr>
          <p:cNvPr id="27" name="Image 26"/>
          <p:cNvPicPr>
            <a:picLocks noChangeAspect="1"/>
          </p:cNvPicPr>
          <p:nvPr/>
        </p:nvPicPr>
        <p:blipFill>
          <a:blip r:embed="rId8"/>
          <a:stretch>
            <a:fillRect/>
          </a:stretch>
        </p:blipFill>
        <p:spPr>
          <a:xfrm>
            <a:off x="8583555" y="2406096"/>
            <a:ext cx="3379845" cy="2557498"/>
          </a:xfrm>
          <a:prstGeom prst="rect">
            <a:avLst/>
          </a:prstGeom>
        </p:spPr>
      </p:pic>
      <p:sp>
        <p:nvSpPr>
          <p:cNvPr id="28" name="Rectangle 27"/>
          <p:cNvSpPr/>
          <p:nvPr/>
        </p:nvSpPr>
        <p:spPr>
          <a:xfrm>
            <a:off x="10148887" y="1697046"/>
            <a:ext cx="982192" cy="523220"/>
          </a:xfrm>
          <a:prstGeom prst="rect">
            <a:avLst/>
          </a:prstGeom>
        </p:spPr>
        <p:txBody>
          <a:bodyPr wrap="none">
            <a:spAutoFit/>
          </a:bodyPr>
          <a:lstStyle/>
          <a:p>
            <a:pPr algn="ctr"/>
            <a:r>
              <a:rPr lang="fr-FR" sz="2800" b="1" u="sng" dirty="0" smtClean="0"/>
              <a:t>Titres</a:t>
            </a:r>
            <a:endParaRPr lang="fr-FR" sz="2800" b="1" u="sng" dirty="0"/>
          </a:p>
        </p:txBody>
      </p:sp>
      <p:sp>
        <p:nvSpPr>
          <p:cNvPr id="29" name="Rectangle 28"/>
          <p:cNvSpPr/>
          <p:nvPr/>
        </p:nvSpPr>
        <p:spPr>
          <a:xfrm>
            <a:off x="8399875" y="1697046"/>
            <a:ext cx="1072409" cy="523220"/>
          </a:xfrm>
          <a:prstGeom prst="rect">
            <a:avLst/>
          </a:prstGeom>
        </p:spPr>
        <p:txBody>
          <a:bodyPr wrap="none">
            <a:spAutoFit/>
          </a:bodyPr>
          <a:lstStyle/>
          <a:p>
            <a:pPr algn="ctr"/>
            <a:r>
              <a:rPr lang="fr-FR" sz="2800" b="1" u="sng" dirty="0" smtClean="0"/>
              <a:t>Textes</a:t>
            </a:r>
            <a:endParaRPr lang="fr-FR" sz="2800" b="1" u="sng" dirty="0"/>
          </a:p>
        </p:txBody>
      </p:sp>
      <p:sp>
        <p:nvSpPr>
          <p:cNvPr id="30" name="Espace réservé du numéro de diapositive 29"/>
          <p:cNvSpPr>
            <a:spLocks noGrp="1"/>
          </p:cNvSpPr>
          <p:nvPr>
            <p:ph type="sldNum" sz="quarter" idx="12"/>
          </p:nvPr>
        </p:nvSpPr>
        <p:spPr/>
        <p:txBody>
          <a:bodyPr/>
          <a:lstStyle/>
          <a:p>
            <a:pPr rtl="0"/>
            <a:fld id="{06FEDF93-2BFD-41CA-ABC7-B039102F3792}" type="slidenum">
              <a:rPr lang="fr-FR" b="1" noProof="0" smtClean="0">
                <a:solidFill>
                  <a:schemeClr val="tx1"/>
                </a:solidFill>
              </a:rPr>
              <a:t>12</a:t>
            </a:fld>
            <a:endParaRPr lang="fr-FR" b="1" noProof="0" dirty="0">
              <a:solidFill>
                <a:schemeClr val="tx1"/>
              </a:solidFill>
            </a:endParaRPr>
          </a:p>
        </p:txBody>
      </p:sp>
    </p:spTree>
    <p:extLst>
      <p:ext uri="{BB962C8B-B14F-4D97-AF65-F5344CB8AC3E}">
        <p14:creationId xmlns:p14="http://schemas.microsoft.com/office/powerpoint/2010/main" val="2252280458"/>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4</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dirty="0">
                <a:solidFill>
                  <a:schemeClr val="tx1">
                    <a:lumMod val="75000"/>
                    <a:lumOff val="25000"/>
                  </a:schemeClr>
                </a:solidFill>
              </a:rPr>
              <a:t>Accessibilité &amp; maquettes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20"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3544396" y="-1844384"/>
            <a:ext cx="5372340" cy="11079804"/>
          </a:xfrm>
          <a:prstGeom prst="trapezoid">
            <a:avLst/>
          </a:prstGeom>
          <a:solidFill>
            <a:srgbClr val="0D8295"/>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21" name="Rectangle 20">
            <a:extLst>
              <a:ext uri="{FF2B5EF4-FFF2-40B4-BE49-F238E27FC236}">
                <a16:creationId xmlns:a16="http://schemas.microsoft.com/office/drawing/2014/main" id="{3F19BFA5-D0CA-4CF0-8499-504D956B6563}"/>
              </a:ext>
            </a:extLst>
          </p:cNvPr>
          <p:cNvSpPr/>
          <p:nvPr/>
        </p:nvSpPr>
        <p:spPr>
          <a:xfrm>
            <a:off x="773528" y="1567102"/>
            <a:ext cx="2741963" cy="430887"/>
          </a:xfrm>
          <a:prstGeom prst="rect">
            <a:avLst/>
          </a:prstGeom>
        </p:spPr>
        <p:txBody>
          <a:bodyPr wrap="square" lIns="0" tIns="0" rIns="0" bIns="0" rtlCol="0">
            <a:spAutoFit/>
          </a:bodyPr>
          <a:lstStyle/>
          <a:p>
            <a:pPr algn="ctr" rtl="0"/>
            <a:r>
              <a:rPr lang="fr-FR" sz="2800" b="1" u="sng" dirty="0" smtClean="0">
                <a:solidFill>
                  <a:schemeClr val="bg1"/>
                </a:solidFill>
              </a:rPr>
              <a:t>Charte éditoriale</a:t>
            </a:r>
            <a:endParaRPr lang="fr-FR" sz="2800" b="1" u="sng" dirty="0">
              <a:solidFill>
                <a:schemeClr val="bg1"/>
              </a:solidFill>
            </a:endParaRPr>
          </a:p>
        </p:txBody>
      </p:sp>
      <p:sp>
        <p:nvSpPr>
          <p:cNvPr id="3" name="ZoneTexte 2"/>
          <p:cNvSpPr txBox="1"/>
          <p:nvPr/>
        </p:nvSpPr>
        <p:spPr>
          <a:xfrm>
            <a:off x="773528" y="2555743"/>
            <a:ext cx="3224088" cy="2123658"/>
          </a:xfrm>
          <a:prstGeom prst="rect">
            <a:avLst/>
          </a:prstGeom>
          <a:noFill/>
        </p:spPr>
        <p:txBody>
          <a:bodyPr wrap="none" rtlCol="0">
            <a:spAutoFit/>
          </a:bodyPr>
          <a:lstStyle/>
          <a:p>
            <a:r>
              <a:rPr lang="fr-FR" sz="2400" dirty="0" smtClean="0">
                <a:solidFill>
                  <a:schemeClr val="bg1"/>
                </a:solidFill>
                <a:latin typeface="Calibri" panose="020F0502020204030204" pitchFamily="34" charset="0"/>
                <a:cs typeface="Calibri" panose="020F0502020204030204" pitchFamily="34" charset="0"/>
              </a:rPr>
              <a:t>Ton et style :</a:t>
            </a:r>
          </a:p>
          <a:p>
            <a:endParaRPr lang="fr-FR" dirty="0" smtClean="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smtClean="0">
                <a:solidFill>
                  <a:schemeClr val="bg1"/>
                </a:solidFill>
                <a:latin typeface="Calibri" panose="020F0502020204030204" pitchFamily="34" charset="0"/>
                <a:cs typeface="Calibri" panose="020F0502020204030204" pitchFamily="34" charset="0"/>
              </a:rPr>
              <a:t>Professionnel mais accessible</a:t>
            </a:r>
          </a:p>
          <a:p>
            <a:pPr marL="285750" indent="-285750">
              <a:buFont typeface="Arial" panose="020B0604020202020204" pitchFamily="34" charset="0"/>
              <a:buChar char="•"/>
            </a:pPr>
            <a:endParaRPr lang="fr-FR"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smtClean="0">
                <a:solidFill>
                  <a:schemeClr val="bg1"/>
                </a:solidFill>
                <a:latin typeface="Calibri" panose="020F0502020204030204" pitchFamily="34" charset="0"/>
                <a:cs typeface="Calibri" panose="020F0502020204030204" pitchFamily="34" charset="0"/>
              </a:rPr>
              <a:t>Langage simple </a:t>
            </a:r>
          </a:p>
          <a:p>
            <a:pPr marL="285750" indent="-285750">
              <a:buFont typeface="Arial" panose="020B0604020202020204" pitchFamily="34" charset="0"/>
              <a:buChar char="•"/>
            </a:pPr>
            <a:endParaRPr lang="fr-FR"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smtClean="0">
                <a:solidFill>
                  <a:schemeClr val="bg1"/>
                </a:solidFill>
                <a:latin typeface="Calibri" panose="020F0502020204030204" pitchFamily="34" charset="0"/>
                <a:cs typeface="Calibri" panose="020F0502020204030204" pitchFamily="34" charset="0"/>
              </a:rPr>
              <a:t>Vocabulaire lié au nettoyage</a:t>
            </a:r>
          </a:p>
        </p:txBody>
      </p:sp>
      <p:sp>
        <p:nvSpPr>
          <p:cNvPr id="4" name="Espace réservé du numéro de diapositive 3"/>
          <p:cNvSpPr>
            <a:spLocks noGrp="1"/>
          </p:cNvSpPr>
          <p:nvPr>
            <p:ph type="sldNum" sz="quarter" idx="12"/>
          </p:nvPr>
        </p:nvSpPr>
        <p:spPr/>
        <p:txBody>
          <a:bodyPr/>
          <a:lstStyle/>
          <a:p>
            <a:pPr rtl="0"/>
            <a:fld id="{06FEDF93-2BFD-41CA-ABC7-B039102F3792}" type="slidenum">
              <a:rPr lang="fr-FR" b="1" noProof="0" smtClean="0">
                <a:solidFill>
                  <a:schemeClr val="tx1"/>
                </a:solidFill>
              </a:rPr>
              <a:t>13</a:t>
            </a:fld>
            <a:endParaRPr lang="fr-FR" b="1" noProof="0" dirty="0">
              <a:solidFill>
                <a:schemeClr val="tx1"/>
              </a:solidFill>
            </a:endParaRPr>
          </a:p>
        </p:txBody>
      </p:sp>
      <p:sp>
        <p:nvSpPr>
          <p:cNvPr id="5" name="Rectangle 4"/>
          <p:cNvSpPr/>
          <p:nvPr/>
        </p:nvSpPr>
        <p:spPr>
          <a:xfrm>
            <a:off x="4080480" y="2555742"/>
            <a:ext cx="3737640" cy="2400657"/>
          </a:xfrm>
          <a:prstGeom prst="rect">
            <a:avLst/>
          </a:prstGeom>
        </p:spPr>
        <p:txBody>
          <a:bodyPr wrap="square">
            <a:spAutoFit/>
          </a:bodyPr>
          <a:lstStyle/>
          <a:p>
            <a:r>
              <a:rPr lang="fr-FR" sz="2400" dirty="0" smtClean="0">
                <a:solidFill>
                  <a:schemeClr val="bg1"/>
                </a:solidFill>
                <a:latin typeface="Calibri" panose="020F0502020204030204" pitchFamily="34" charset="0"/>
                <a:cs typeface="Calibri" panose="020F0502020204030204" pitchFamily="34" charset="0"/>
              </a:rPr>
              <a:t>Accessibilité rédactionnelle :</a:t>
            </a:r>
            <a:endParaRPr lang="fr-FR" sz="2400" dirty="0">
              <a:solidFill>
                <a:schemeClr val="bg1"/>
              </a:solidFill>
              <a:latin typeface="Calibri" panose="020F0502020204030204" pitchFamily="34" charset="0"/>
              <a:cs typeface="Calibri" panose="020F0502020204030204" pitchFamily="34" charset="0"/>
            </a:endParaRPr>
          </a:p>
          <a:p>
            <a:endParaRPr lang="fr-FR"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smtClean="0">
                <a:solidFill>
                  <a:schemeClr val="bg1"/>
                </a:solidFill>
                <a:latin typeface="Calibri" panose="020F0502020204030204" pitchFamily="34" charset="0"/>
                <a:cs typeface="Calibri" panose="020F0502020204030204" pitchFamily="34" charset="0"/>
              </a:rPr>
              <a:t>Pas de jargon technique</a:t>
            </a:r>
            <a:endParaRPr lang="fr-FR"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fr-FR"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smtClean="0">
                <a:solidFill>
                  <a:schemeClr val="bg1"/>
                </a:solidFill>
                <a:latin typeface="Calibri" panose="020F0502020204030204" pitchFamily="34" charset="0"/>
                <a:cs typeface="Calibri" panose="020F0502020204030204" pitchFamily="34" charset="0"/>
              </a:rPr>
              <a:t>Textes lisible à voix haute</a:t>
            </a:r>
            <a:endParaRPr lang="fr-FR"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endParaRPr lang="fr-FR"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smtClean="0">
                <a:solidFill>
                  <a:schemeClr val="bg1"/>
                </a:solidFill>
                <a:latin typeface="Calibri" panose="020F0502020204030204" pitchFamily="34" charset="0"/>
                <a:cs typeface="Calibri" panose="020F0502020204030204" pitchFamily="34" charset="0"/>
              </a:rPr>
              <a:t>Alternance texte/icônes pour aider à la compréhension</a:t>
            </a:r>
            <a:endParaRPr lang="fr-FR" dirty="0">
              <a:solidFill>
                <a:schemeClr val="bg1"/>
              </a:solidFill>
              <a:latin typeface="Calibri" panose="020F0502020204030204" pitchFamily="34" charset="0"/>
              <a:cs typeface="Calibri" panose="020F0502020204030204" pitchFamily="34" charset="0"/>
            </a:endParaRPr>
          </a:p>
        </p:txBody>
      </p:sp>
      <p:sp>
        <p:nvSpPr>
          <p:cNvPr id="12" name="Rectangle 11"/>
          <p:cNvSpPr/>
          <p:nvPr/>
        </p:nvSpPr>
        <p:spPr>
          <a:xfrm>
            <a:off x="7991249" y="2562837"/>
            <a:ext cx="3459804" cy="2400657"/>
          </a:xfrm>
          <a:prstGeom prst="rect">
            <a:avLst/>
          </a:prstGeom>
        </p:spPr>
        <p:txBody>
          <a:bodyPr wrap="square">
            <a:spAutoFit/>
          </a:bodyPr>
          <a:lstStyle/>
          <a:p>
            <a:r>
              <a:rPr lang="fr-FR" sz="2400" dirty="0" smtClean="0">
                <a:solidFill>
                  <a:schemeClr val="bg1"/>
                </a:solidFill>
                <a:latin typeface="Calibri" panose="020F0502020204030204" pitchFamily="34" charset="0"/>
                <a:cs typeface="Calibri" panose="020F0502020204030204" pitchFamily="34" charset="0"/>
              </a:rPr>
              <a:t>Règles rédactionnelles :</a:t>
            </a:r>
            <a:endParaRPr lang="fr-FR" sz="2400" dirty="0">
              <a:solidFill>
                <a:schemeClr val="bg1"/>
              </a:solidFill>
              <a:latin typeface="Calibri" panose="020F0502020204030204" pitchFamily="34" charset="0"/>
              <a:cs typeface="Calibri" panose="020F0502020204030204" pitchFamily="34" charset="0"/>
            </a:endParaRPr>
          </a:p>
          <a:p>
            <a:endParaRPr lang="fr-FR"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smtClean="0">
                <a:solidFill>
                  <a:schemeClr val="bg1"/>
                </a:solidFill>
                <a:latin typeface="Calibri" panose="020F0502020204030204" pitchFamily="34" charset="0"/>
                <a:cs typeface="Calibri" panose="020F0502020204030204" pitchFamily="34" charset="0"/>
              </a:rPr>
              <a:t>Titres courts</a:t>
            </a:r>
          </a:p>
          <a:p>
            <a:pPr marL="285750" indent="-285750">
              <a:buFont typeface="Arial" panose="020B0604020202020204" pitchFamily="34" charset="0"/>
              <a:buChar char="•"/>
            </a:pPr>
            <a:endParaRPr lang="fr-FR"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smtClean="0">
                <a:solidFill>
                  <a:schemeClr val="bg1"/>
                </a:solidFill>
                <a:latin typeface="Calibri" panose="020F0502020204030204" pitchFamily="34" charset="0"/>
                <a:cs typeface="Calibri" panose="020F0502020204030204" pitchFamily="34" charset="0"/>
              </a:rPr>
              <a:t>Pas de paragraphes longs</a:t>
            </a:r>
          </a:p>
          <a:p>
            <a:pPr marL="285750" indent="-285750">
              <a:buFont typeface="Arial" panose="020B0604020202020204" pitchFamily="34" charset="0"/>
              <a:buChar char="•"/>
            </a:pPr>
            <a:endParaRPr lang="fr-FR" dirty="0">
              <a:solidFill>
                <a:schemeClr val="bg1"/>
              </a:solidFill>
              <a:latin typeface="Calibri" panose="020F0502020204030204" pitchFamily="34" charset="0"/>
              <a:cs typeface="Calibri" panose="020F0502020204030204" pitchFamily="34" charset="0"/>
            </a:endParaRPr>
          </a:p>
          <a:p>
            <a:pPr marL="285750" indent="-285750">
              <a:buFont typeface="Arial" panose="020B0604020202020204" pitchFamily="34" charset="0"/>
              <a:buChar char="•"/>
            </a:pPr>
            <a:r>
              <a:rPr lang="fr-FR" dirty="0" smtClean="0">
                <a:solidFill>
                  <a:schemeClr val="bg1"/>
                </a:solidFill>
                <a:latin typeface="Calibri" panose="020F0502020204030204" pitchFamily="34" charset="0"/>
                <a:cs typeface="Calibri" panose="020F0502020204030204" pitchFamily="34" charset="0"/>
              </a:rPr>
              <a:t>Boutons avec des verbes d’action</a:t>
            </a:r>
            <a:endParaRPr lang="fr-FR" dirty="0">
              <a:solidFill>
                <a:schemeClr val="bg1"/>
              </a:solidFill>
              <a:latin typeface="Calibri" panose="020F0502020204030204" pitchFamily="34" charset="0"/>
              <a:cs typeface="Calibri" panose="020F0502020204030204" pitchFamily="34" charset="0"/>
            </a:endParaRPr>
          </a:p>
        </p:txBody>
      </p:sp>
    </p:spTree>
    <p:extLst>
      <p:ext uri="{BB962C8B-B14F-4D97-AF65-F5344CB8AC3E}">
        <p14:creationId xmlns:p14="http://schemas.microsoft.com/office/powerpoint/2010/main" val="2181959430"/>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dirty="0">
                <a:solidFill>
                  <a:schemeClr val="tx1">
                    <a:lumMod val="75000"/>
                    <a:lumOff val="25000"/>
                  </a:schemeClr>
                </a:solidFill>
              </a:rPr>
              <a:t>Accessibilité &amp; maquettes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952143" y="1257126"/>
            <a:ext cx="6749285" cy="1107996"/>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Page de connexion</a:t>
            </a:r>
            <a:endParaRPr lang="fr-FR" sz="6600" b="1" dirty="0">
              <a:solidFill>
                <a:schemeClr val="tx1">
                  <a:lumMod val="75000"/>
                  <a:lumOff val="25000"/>
                </a:schemeClr>
              </a:solidFill>
              <a:latin typeface="Calibri" panose="020F0502020204030204" pitchFamily="34" charset="0"/>
              <a:cs typeface="Calibri" panose="020F0502020204030204" pitchFamily="34" charset="0"/>
            </a:endParaRPr>
          </a:p>
        </p:txBody>
      </p:sp>
      <p:pic>
        <p:nvPicPr>
          <p:cNvPr id="27" name="Image 26"/>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190" y="0"/>
            <a:ext cx="3223647" cy="6858000"/>
          </a:xfrm>
          <a:prstGeom prst="rect">
            <a:avLst/>
          </a:prstGeom>
        </p:spPr>
      </p:pic>
      <p:pic>
        <p:nvPicPr>
          <p:cNvPr id="28" name="Image 27"/>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485427" y="0"/>
            <a:ext cx="3682715" cy="6858000"/>
          </a:xfrm>
          <a:prstGeom prst="rect">
            <a:avLst/>
          </a:prstGeom>
        </p:spPr>
      </p:pic>
      <p:pic>
        <p:nvPicPr>
          <p:cNvPr id="29" name="Image 2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24034" y="0"/>
            <a:ext cx="3249706" cy="6858000"/>
          </a:xfrm>
          <a:prstGeom prst="rect">
            <a:avLst/>
          </a:prstGeom>
        </p:spPr>
      </p:pic>
      <p:sp>
        <p:nvSpPr>
          <p:cNvPr id="2" name="Espace réservé du numéro de diapositive 1"/>
          <p:cNvSpPr>
            <a:spLocks noGrp="1"/>
          </p:cNvSpPr>
          <p:nvPr>
            <p:ph type="sldNum" sz="quarter" idx="12"/>
          </p:nvPr>
        </p:nvSpPr>
        <p:spPr/>
        <p:txBody>
          <a:bodyPr/>
          <a:lstStyle/>
          <a:p>
            <a:pPr rtl="0"/>
            <a:fld id="{06FEDF93-2BFD-41CA-ABC7-B039102F3792}" type="slidenum">
              <a:rPr lang="fr-FR" b="1" noProof="0" smtClean="0">
                <a:solidFill>
                  <a:schemeClr val="tx1"/>
                </a:solidFill>
              </a:rPr>
              <a:t>14</a:t>
            </a:fld>
            <a:endParaRPr lang="fr-FR" b="1" noProof="0" dirty="0">
              <a:solidFill>
                <a:schemeClr val="tx1"/>
              </a:solidFill>
            </a:endParaRPr>
          </a:p>
        </p:txBody>
      </p:sp>
    </p:spTree>
    <p:extLst>
      <p:ext uri="{BB962C8B-B14F-4D97-AF65-F5344CB8AC3E}">
        <p14:creationId xmlns:p14="http://schemas.microsoft.com/office/powerpoint/2010/main" val="22844643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14"/>
                                        </p:tgtEl>
                                      </p:cBhvr>
                                    </p:animEffect>
                                    <p:set>
                                      <p:cBhvr>
                                        <p:cTn id="16" dur="1" fill="hold">
                                          <p:stCondLst>
                                            <p:cond delay="499"/>
                                          </p:stCondLst>
                                        </p:cTn>
                                        <p:tgtEl>
                                          <p:spTgt spid="14"/>
                                        </p:tgtEl>
                                        <p:attrNameLst>
                                          <p:attrName>style.visibility</p:attrName>
                                        </p:attrNameLst>
                                      </p:cBhvr>
                                      <p:to>
                                        <p:strVal val="hidden"/>
                                      </p:to>
                                    </p:set>
                                  </p:childTnLst>
                                </p:cTn>
                              </p:par>
                              <p:par>
                                <p:cTn id="17" presetID="42" presetClass="entr" presetSubtype="0" fill="hold" nodeType="withEffect">
                                  <p:stCondLst>
                                    <p:cond delay="0"/>
                                  </p:stCondLst>
                                  <p:childTnLst>
                                    <p:set>
                                      <p:cBhvr>
                                        <p:cTn id="18" dur="1" fill="hold">
                                          <p:stCondLst>
                                            <p:cond delay="0"/>
                                          </p:stCondLst>
                                        </p:cTn>
                                        <p:tgtEl>
                                          <p:spTgt spid="27"/>
                                        </p:tgtEl>
                                        <p:attrNameLst>
                                          <p:attrName>style.visibility</p:attrName>
                                        </p:attrNameLst>
                                      </p:cBhvr>
                                      <p:to>
                                        <p:strVal val="visible"/>
                                      </p:to>
                                    </p:set>
                                    <p:animEffect transition="in" filter="fade">
                                      <p:cBhvr>
                                        <p:cTn id="19" dur="1000"/>
                                        <p:tgtEl>
                                          <p:spTgt spid="27"/>
                                        </p:tgtEl>
                                      </p:cBhvr>
                                    </p:animEffect>
                                    <p:anim calcmode="lin" valueType="num">
                                      <p:cBhvr>
                                        <p:cTn id="20" dur="1000" fill="hold"/>
                                        <p:tgtEl>
                                          <p:spTgt spid="27"/>
                                        </p:tgtEl>
                                        <p:attrNameLst>
                                          <p:attrName>ppt_x</p:attrName>
                                        </p:attrNameLst>
                                      </p:cBhvr>
                                      <p:tavLst>
                                        <p:tav tm="0">
                                          <p:val>
                                            <p:strVal val="#ppt_x"/>
                                          </p:val>
                                        </p:tav>
                                        <p:tav tm="100000">
                                          <p:val>
                                            <p:strVal val="#ppt_x"/>
                                          </p:val>
                                        </p:tav>
                                      </p:tavLst>
                                    </p:anim>
                                    <p:anim calcmode="lin" valueType="num">
                                      <p:cBhvr>
                                        <p:cTn id="21" dur="1000" fill="hold"/>
                                        <p:tgtEl>
                                          <p:spTgt spid="27"/>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1000"/>
                                  </p:stCondLst>
                                  <p:childTnLst>
                                    <p:set>
                                      <p:cBhvr>
                                        <p:cTn id="23" dur="1" fill="hold">
                                          <p:stCondLst>
                                            <p:cond delay="0"/>
                                          </p:stCondLst>
                                        </p:cTn>
                                        <p:tgtEl>
                                          <p:spTgt spid="29"/>
                                        </p:tgtEl>
                                        <p:attrNameLst>
                                          <p:attrName>style.visibility</p:attrName>
                                        </p:attrNameLst>
                                      </p:cBhvr>
                                      <p:to>
                                        <p:strVal val="visible"/>
                                      </p:to>
                                    </p:set>
                                    <p:animEffect transition="in" filter="fade">
                                      <p:cBhvr>
                                        <p:cTn id="24" dur="1000"/>
                                        <p:tgtEl>
                                          <p:spTgt spid="29"/>
                                        </p:tgtEl>
                                      </p:cBhvr>
                                    </p:animEffect>
                                    <p:anim calcmode="lin" valueType="num">
                                      <p:cBhvr>
                                        <p:cTn id="25" dur="1000" fill="hold"/>
                                        <p:tgtEl>
                                          <p:spTgt spid="29"/>
                                        </p:tgtEl>
                                        <p:attrNameLst>
                                          <p:attrName>ppt_x</p:attrName>
                                        </p:attrNameLst>
                                      </p:cBhvr>
                                      <p:tavLst>
                                        <p:tav tm="0">
                                          <p:val>
                                            <p:strVal val="#ppt_x"/>
                                          </p:val>
                                        </p:tav>
                                        <p:tav tm="100000">
                                          <p:val>
                                            <p:strVal val="#ppt_x"/>
                                          </p:val>
                                        </p:tav>
                                      </p:tavLst>
                                    </p:anim>
                                    <p:anim calcmode="lin" valueType="num">
                                      <p:cBhvr>
                                        <p:cTn id="26" dur="1000" fill="hold"/>
                                        <p:tgtEl>
                                          <p:spTgt spid="29"/>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2000"/>
                                  </p:stCondLst>
                                  <p:childTnLst>
                                    <p:set>
                                      <p:cBhvr>
                                        <p:cTn id="28" dur="1" fill="hold">
                                          <p:stCondLst>
                                            <p:cond delay="0"/>
                                          </p:stCondLst>
                                        </p:cTn>
                                        <p:tgtEl>
                                          <p:spTgt spid="28"/>
                                        </p:tgtEl>
                                        <p:attrNameLst>
                                          <p:attrName>style.visibility</p:attrName>
                                        </p:attrNameLst>
                                      </p:cBhvr>
                                      <p:to>
                                        <p:strVal val="visible"/>
                                      </p:to>
                                    </p:set>
                                    <p:animEffect transition="in" filter="fade">
                                      <p:cBhvr>
                                        <p:cTn id="29" dur="1000"/>
                                        <p:tgtEl>
                                          <p:spTgt spid="28"/>
                                        </p:tgtEl>
                                      </p:cBhvr>
                                    </p:animEffect>
                                    <p:anim calcmode="lin" valueType="num">
                                      <p:cBhvr>
                                        <p:cTn id="30" dur="1000" fill="hold"/>
                                        <p:tgtEl>
                                          <p:spTgt spid="28"/>
                                        </p:tgtEl>
                                        <p:attrNameLst>
                                          <p:attrName>ppt_x</p:attrName>
                                        </p:attrNameLst>
                                      </p:cBhvr>
                                      <p:tavLst>
                                        <p:tav tm="0">
                                          <p:val>
                                            <p:strVal val="#ppt_x"/>
                                          </p:val>
                                        </p:tav>
                                        <p:tav tm="100000">
                                          <p:val>
                                            <p:strVal val="#ppt_x"/>
                                          </p:val>
                                        </p:tav>
                                      </p:tavLst>
                                    </p:anim>
                                    <p:anim calcmode="lin" valueType="num">
                                      <p:cBhvr>
                                        <p:cTn id="31" dur="1000" fill="hold"/>
                                        <p:tgtEl>
                                          <p:spTgt spid="28"/>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 grpId="0"/>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dirty="0">
                <a:solidFill>
                  <a:schemeClr val="tx1">
                    <a:lumMod val="75000"/>
                    <a:lumOff val="25000"/>
                  </a:schemeClr>
                </a:solidFill>
              </a:rPr>
              <a:t>Accessibilité &amp; maquettes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314905" y="1257126"/>
            <a:ext cx="6023764" cy="2123658"/>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Tableau de bord </a:t>
            </a:r>
          </a:p>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Côté entreprise</a:t>
            </a:r>
            <a:endParaRPr lang="fr-FR" sz="6600" b="1" dirty="0">
              <a:solidFill>
                <a:schemeClr val="tx1">
                  <a:lumMod val="75000"/>
                  <a:lumOff val="25000"/>
                </a:schemeClr>
              </a:solidFill>
              <a:latin typeface="Calibri" panose="020F0502020204030204" pitchFamily="34" charset="0"/>
              <a:cs typeface="Calibri" panose="020F0502020204030204" pitchFamily="34" charset="0"/>
            </a:endParaRPr>
          </a:p>
        </p:txBody>
      </p:sp>
      <p:pic>
        <p:nvPicPr>
          <p:cNvPr id="13" name="Image 1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5190" y="0"/>
            <a:ext cx="3157801" cy="6858000"/>
          </a:xfrm>
          <a:prstGeom prst="rect">
            <a:avLst/>
          </a:prstGeom>
        </p:spPr>
      </p:pic>
      <p:pic>
        <p:nvPicPr>
          <p:cNvPr id="15" name="Image 1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667236" y="0"/>
            <a:ext cx="3319096" cy="6858000"/>
          </a:xfrm>
          <a:prstGeom prst="rect">
            <a:avLst/>
          </a:prstGeom>
        </p:spPr>
      </p:pic>
      <p:pic>
        <p:nvPicPr>
          <p:cNvPr id="12" name="Imag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8561221" y="0"/>
            <a:ext cx="3214225" cy="6858000"/>
          </a:xfrm>
          <a:prstGeom prst="rect">
            <a:avLst/>
          </a:prstGeom>
        </p:spPr>
      </p:pic>
      <p:sp>
        <p:nvSpPr>
          <p:cNvPr id="2" name="Espace réservé du numéro de diapositive 1"/>
          <p:cNvSpPr>
            <a:spLocks noGrp="1"/>
          </p:cNvSpPr>
          <p:nvPr>
            <p:ph type="sldNum" sz="quarter" idx="12"/>
          </p:nvPr>
        </p:nvSpPr>
        <p:spPr/>
        <p:txBody>
          <a:bodyPr/>
          <a:lstStyle/>
          <a:p>
            <a:pPr rtl="0"/>
            <a:fld id="{06FEDF93-2BFD-41CA-ABC7-B039102F3792}" type="slidenum">
              <a:rPr lang="fr-FR" b="1" noProof="0" smtClean="0">
                <a:solidFill>
                  <a:schemeClr val="tx1"/>
                </a:solidFill>
              </a:rPr>
              <a:t>15</a:t>
            </a:fld>
            <a:endParaRPr lang="fr-FR" b="1" noProof="0" dirty="0">
              <a:solidFill>
                <a:schemeClr val="tx1"/>
              </a:solidFill>
            </a:endParaRPr>
          </a:p>
        </p:txBody>
      </p:sp>
    </p:spTree>
    <p:extLst>
      <p:ext uri="{BB962C8B-B14F-4D97-AF65-F5344CB8AC3E}">
        <p14:creationId xmlns:p14="http://schemas.microsoft.com/office/powerpoint/2010/main" val="406272472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0" presetClass="exit" presetSubtype="0" fill="hold" grpId="0" nodeType="clickEffect">
                                  <p:stCondLst>
                                    <p:cond delay="0"/>
                                  </p:stCondLst>
                                  <p:childTnLst>
                                    <p:animEffect transition="out" filter="fade">
                                      <p:cBhvr>
                                        <p:cTn id="6" dur="500"/>
                                        <p:tgtEl>
                                          <p:spTgt spid="5"/>
                                        </p:tgtEl>
                                      </p:cBhvr>
                                    </p:animEffect>
                                    <p:set>
                                      <p:cBhvr>
                                        <p:cTn id="7" dur="1" fill="hold">
                                          <p:stCondLst>
                                            <p:cond delay="499"/>
                                          </p:stCondLst>
                                        </p:cTn>
                                        <p:tgtEl>
                                          <p:spTgt spid="5"/>
                                        </p:tgtEl>
                                        <p:attrNameLst>
                                          <p:attrName>style.visibility</p:attrName>
                                        </p:attrNameLst>
                                      </p:cBhvr>
                                      <p:to>
                                        <p:strVal val="hidden"/>
                                      </p:to>
                                    </p:set>
                                  </p:childTnLst>
                                </p:cTn>
                              </p:par>
                              <p:par>
                                <p:cTn id="8" presetID="10" presetClass="exit" presetSubtype="0" fill="hold" grpId="0" nodeType="withEffect">
                                  <p:stCondLst>
                                    <p:cond delay="0"/>
                                  </p:stCondLst>
                                  <p:childTnLst>
                                    <p:animEffect transition="out" filter="fade">
                                      <p:cBhvr>
                                        <p:cTn id="9" dur="500"/>
                                        <p:tgtEl>
                                          <p:spTgt spid="11"/>
                                        </p:tgtEl>
                                      </p:cBhvr>
                                    </p:animEffect>
                                    <p:set>
                                      <p:cBhvr>
                                        <p:cTn id="10" dur="1" fill="hold">
                                          <p:stCondLst>
                                            <p:cond delay="499"/>
                                          </p:stCondLst>
                                        </p:cTn>
                                        <p:tgtEl>
                                          <p:spTgt spid="11"/>
                                        </p:tgtEl>
                                        <p:attrNameLst>
                                          <p:attrName>style.visibility</p:attrName>
                                        </p:attrNameLst>
                                      </p:cBhvr>
                                      <p:to>
                                        <p:strVal val="hidden"/>
                                      </p:to>
                                    </p:set>
                                  </p:childTnLst>
                                </p:cTn>
                              </p:par>
                              <p:par>
                                <p:cTn id="11" presetID="10" presetClass="exit" presetSubtype="0" fill="hold" nodeType="withEffect">
                                  <p:stCondLst>
                                    <p:cond delay="0"/>
                                  </p:stCondLst>
                                  <p:childTnLst>
                                    <p:animEffect transition="out" filter="fade">
                                      <p:cBhvr>
                                        <p:cTn id="12" dur="500"/>
                                        <p:tgtEl>
                                          <p:spTgt spid="8"/>
                                        </p:tgtEl>
                                      </p:cBhvr>
                                    </p:animEffect>
                                    <p:set>
                                      <p:cBhvr>
                                        <p:cTn id="13" dur="1" fill="hold">
                                          <p:stCondLst>
                                            <p:cond delay="499"/>
                                          </p:stCondLst>
                                        </p:cTn>
                                        <p:tgtEl>
                                          <p:spTgt spid="8"/>
                                        </p:tgtEl>
                                        <p:attrNameLst>
                                          <p:attrName>style.visibility</p:attrName>
                                        </p:attrNameLst>
                                      </p:cBhvr>
                                      <p:to>
                                        <p:strVal val="hidden"/>
                                      </p:to>
                                    </p:set>
                                  </p:childTnLst>
                                </p:cTn>
                              </p:par>
                              <p:par>
                                <p:cTn id="14" presetID="10" presetClass="exit" presetSubtype="0" fill="hold" nodeType="withEffect">
                                  <p:stCondLst>
                                    <p:cond delay="0"/>
                                  </p:stCondLst>
                                  <p:childTnLst>
                                    <p:animEffect transition="out" filter="fade">
                                      <p:cBhvr>
                                        <p:cTn id="15" dur="500"/>
                                        <p:tgtEl>
                                          <p:spTgt spid="14"/>
                                        </p:tgtEl>
                                      </p:cBhvr>
                                    </p:animEffect>
                                    <p:set>
                                      <p:cBhvr>
                                        <p:cTn id="16" dur="1" fill="hold">
                                          <p:stCondLst>
                                            <p:cond delay="499"/>
                                          </p:stCondLst>
                                        </p:cTn>
                                        <p:tgtEl>
                                          <p:spTgt spid="14"/>
                                        </p:tgtEl>
                                        <p:attrNameLst>
                                          <p:attrName>style.visibility</p:attrName>
                                        </p:attrNameLst>
                                      </p:cBhvr>
                                      <p:to>
                                        <p:strVal val="hidden"/>
                                      </p:to>
                                    </p:set>
                                  </p:childTnLst>
                                </p:cTn>
                              </p:par>
                              <p:par>
                                <p:cTn id="17" presetID="42" presetClass="entr" presetSubtype="0" fill="hold" nodeType="withEffect">
                                  <p:stCondLst>
                                    <p:cond delay="0"/>
                                  </p:stCondLst>
                                  <p:childTnLst>
                                    <p:set>
                                      <p:cBhvr>
                                        <p:cTn id="18" dur="1" fill="hold">
                                          <p:stCondLst>
                                            <p:cond delay="0"/>
                                          </p:stCondLst>
                                        </p:cTn>
                                        <p:tgtEl>
                                          <p:spTgt spid="13"/>
                                        </p:tgtEl>
                                        <p:attrNameLst>
                                          <p:attrName>style.visibility</p:attrName>
                                        </p:attrNameLst>
                                      </p:cBhvr>
                                      <p:to>
                                        <p:strVal val="visible"/>
                                      </p:to>
                                    </p:set>
                                    <p:animEffect transition="in" filter="fade">
                                      <p:cBhvr>
                                        <p:cTn id="19" dur="1000"/>
                                        <p:tgtEl>
                                          <p:spTgt spid="13"/>
                                        </p:tgtEl>
                                      </p:cBhvr>
                                    </p:animEffect>
                                    <p:anim calcmode="lin" valueType="num">
                                      <p:cBhvr>
                                        <p:cTn id="20" dur="1000" fill="hold"/>
                                        <p:tgtEl>
                                          <p:spTgt spid="13"/>
                                        </p:tgtEl>
                                        <p:attrNameLst>
                                          <p:attrName>ppt_x</p:attrName>
                                        </p:attrNameLst>
                                      </p:cBhvr>
                                      <p:tavLst>
                                        <p:tav tm="0">
                                          <p:val>
                                            <p:strVal val="#ppt_x"/>
                                          </p:val>
                                        </p:tav>
                                        <p:tav tm="100000">
                                          <p:val>
                                            <p:strVal val="#ppt_x"/>
                                          </p:val>
                                        </p:tav>
                                      </p:tavLst>
                                    </p:anim>
                                    <p:anim calcmode="lin" valueType="num">
                                      <p:cBhvr>
                                        <p:cTn id="21" dur="1000" fill="hold"/>
                                        <p:tgtEl>
                                          <p:spTgt spid="13"/>
                                        </p:tgtEl>
                                        <p:attrNameLst>
                                          <p:attrName>ppt_y</p:attrName>
                                        </p:attrNameLst>
                                      </p:cBhvr>
                                      <p:tavLst>
                                        <p:tav tm="0">
                                          <p:val>
                                            <p:strVal val="#ppt_y+.1"/>
                                          </p:val>
                                        </p:tav>
                                        <p:tav tm="100000">
                                          <p:val>
                                            <p:strVal val="#ppt_y"/>
                                          </p:val>
                                        </p:tav>
                                      </p:tavLst>
                                    </p:anim>
                                  </p:childTnLst>
                                </p:cTn>
                              </p:par>
                              <p:par>
                                <p:cTn id="22" presetID="42" presetClass="entr" presetSubtype="0" fill="hold" nodeType="withEffect">
                                  <p:stCondLst>
                                    <p:cond delay="2000"/>
                                  </p:stCondLst>
                                  <p:childTnLst>
                                    <p:set>
                                      <p:cBhvr>
                                        <p:cTn id="23" dur="1" fill="hold">
                                          <p:stCondLst>
                                            <p:cond delay="0"/>
                                          </p:stCondLst>
                                        </p:cTn>
                                        <p:tgtEl>
                                          <p:spTgt spid="15"/>
                                        </p:tgtEl>
                                        <p:attrNameLst>
                                          <p:attrName>style.visibility</p:attrName>
                                        </p:attrNameLst>
                                      </p:cBhvr>
                                      <p:to>
                                        <p:strVal val="visible"/>
                                      </p:to>
                                    </p:set>
                                    <p:animEffect transition="in" filter="fade">
                                      <p:cBhvr>
                                        <p:cTn id="24" dur="1000"/>
                                        <p:tgtEl>
                                          <p:spTgt spid="15"/>
                                        </p:tgtEl>
                                      </p:cBhvr>
                                    </p:animEffect>
                                    <p:anim calcmode="lin" valueType="num">
                                      <p:cBhvr>
                                        <p:cTn id="25" dur="1000" fill="hold"/>
                                        <p:tgtEl>
                                          <p:spTgt spid="15"/>
                                        </p:tgtEl>
                                        <p:attrNameLst>
                                          <p:attrName>ppt_x</p:attrName>
                                        </p:attrNameLst>
                                      </p:cBhvr>
                                      <p:tavLst>
                                        <p:tav tm="0">
                                          <p:val>
                                            <p:strVal val="#ppt_x"/>
                                          </p:val>
                                        </p:tav>
                                        <p:tav tm="100000">
                                          <p:val>
                                            <p:strVal val="#ppt_x"/>
                                          </p:val>
                                        </p:tav>
                                      </p:tavLst>
                                    </p:anim>
                                    <p:anim calcmode="lin" valueType="num">
                                      <p:cBhvr>
                                        <p:cTn id="26" dur="1000" fill="hold"/>
                                        <p:tgtEl>
                                          <p:spTgt spid="15"/>
                                        </p:tgtEl>
                                        <p:attrNameLst>
                                          <p:attrName>ppt_y</p:attrName>
                                        </p:attrNameLst>
                                      </p:cBhvr>
                                      <p:tavLst>
                                        <p:tav tm="0">
                                          <p:val>
                                            <p:strVal val="#ppt_y+.1"/>
                                          </p:val>
                                        </p:tav>
                                        <p:tav tm="100000">
                                          <p:val>
                                            <p:strVal val="#ppt_y"/>
                                          </p:val>
                                        </p:tav>
                                      </p:tavLst>
                                    </p:anim>
                                  </p:childTnLst>
                                </p:cTn>
                              </p:par>
                              <p:par>
                                <p:cTn id="27" presetID="42" presetClass="entr" presetSubtype="0" fill="hold" nodeType="withEffect">
                                  <p:stCondLst>
                                    <p:cond delay="1000"/>
                                  </p:stCondLst>
                                  <p:childTnLst>
                                    <p:set>
                                      <p:cBhvr>
                                        <p:cTn id="28" dur="1" fill="hold">
                                          <p:stCondLst>
                                            <p:cond delay="0"/>
                                          </p:stCondLst>
                                        </p:cTn>
                                        <p:tgtEl>
                                          <p:spTgt spid="12"/>
                                        </p:tgtEl>
                                        <p:attrNameLst>
                                          <p:attrName>style.visibility</p:attrName>
                                        </p:attrNameLst>
                                      </p:cBhvr>
                                      <p:to>
                                        <p:strVal val="visible"/>
                                      </p:to>
                                    </p:set>
                                    <p:animEffect transition="in" filter="fade">
                                      <p:cBhvr>
                                        <p:cTn id="29" dur="1000"/>
                                        <p:tgtEl>
                                          <p:spTgt spid="12"/>
                                        </p:tgtEl>
                                      </p:cBhvr>
                                    </p:animEffect>
                                    <p:anim calcmode="lin" valueType="num">
                                      <p:cBhvr>
                                        <p:cTn id="30" dur="1000" fill="hold"/>
                                        <p:tgtEl>
                                          <p:spTgt spid="12"/>
                                        </p:tgtEl>
                                        <p:attrNameLst>
                                          <p:attrName>ppt_x</p:attrName>
                                        </p:attrNameLst>
                                      </p:cBhvr>
                                      <p:tavLst>
                                        <p:tav tm="0">
                                          <p:val>
                                            <p:strVal val="#ppt_x"/>
                                          </p:val>
                                        </p:tav>
                                        <p:tav tm="100000">
                                          <p:val>
                                            <p:strVal val="#ppt_x"/>
                                          </p:val>
                                        </p:tav>
                                      </p:tavLst>
                                    </p:anim>
                                    <p:anim calcmode="lin" valueType="num">
                                      <p:cBhvr>
                                        <p:cTn id="31" dur="1000" fill="hold"/>
                                        <p:tgtEl>
                                          <p:spTgt spid="12"/>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 grpId="0"/>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dirty="0">
                <a:solidFill>
                  <a:schemeClr val="tx1">
                    <a:lumMod val="75000"/>
                    <a:lumOff val="25000"/>
                  </a:schemeClr>
                </a:solidFill>
              </a:rPr>
              <a:t>Spécifications fonctionnelles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3211973" y="1276581"/>
            <a:ext cx="5768054" cy="1107996"/>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Cas d’utilisation</a:t>
            </a:r>
            <a:endParaRPr lang="fr-FR" sz="66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noProof="0" smtClean="0"/>
              <a:t>16</a:t>
            </a:fld>
            <a:endParaRPr lang="fr-FR" noProof="0" dirty="0"/>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7409"/>
          </a:xfrm>
          <a:prstGeom prst="rect">
            <a:avLst/>
          </a:prstGeom>
        </p:spPr>
      </p:pic>
    </p:spTree>
    <p:extLst>
      <p:ext uri="{BB962C8B-B14F-4D97-AF65-F5344CB8AC3E}">
        <p14:creationId xmlns:p14="http://schemas.microsoft.com/office/powerpoint/2010/main" val="2546578027"/>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dirty="0" smtClean="0">
                <a:solidFill>
                  <a:schemeClr val="tx1">
                    <a:lumMod val="75000"/>
                    <a:lumOff val="25000"/>
                  </a:schemeClr>
                </a:solidFill>
              </a:rPr>
              <a:t>Les diagrammes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1672841" y="1276581"/>
            <a:ext cx="8846332" cy="1107996"/>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Diagramme de séquence</a:t>
            </a:r>
            <a:endParaRPr lang="fr-FR" sz="66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noProof="0" smtClean="0"/>
              <a:t>17</a:t>
            </a:fld>
            <a:endParaRPr lang="fr-FR" noProof="0" dirty="0"/>
          </a:p>
        </p:txBody>
      </p: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96561" y="0"/>
            <a:ext cx="9819076" cy="6858000"/>
          </a:xfrm>
          <a:prstGeom prst="rect">
            <a:avLst/>
          </a:prstGeom>
        </p:spPr>
      </p:pic>
    </p:spTree>
    <p:extLst>
      <p:ext uri="{BB962C8B-B14F-4D97-AF65-F5344CB8AC3E}">
        <p14:creationId xmlns:p14="http://schemas.microsoft.com/office/powerpoint/2010/main" val="23422828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fade">
                                      <p:cBhvr>
                                        <p:cTn id="7" dur="1000"/>
                                        <p:tgtEl>
                                          <p:spTgt spid="4"/>
                                        </p:tgtEl>
                                      </p:cBhvr>
                                    </p:animEffect>
                                    <p:anim calcmode="lin" valueType="num">
                                      <p:cBhvr>
                                        <p:cTn id="8" dur="1000" fill="hold"/>
                                        <p:tgtEl>
                                          <p:spTgt spid="4"/>
                                        </p:tgtEl>
                                        <p:attrNameLst>
                                          <p:attrName>ppt_x</p:attrName>
                                        </p:attrNameLst>
                                      </p:cBhvr>
                                      <p:tavLst>
                                        <p:tav tm="0">
                                          <p:val>
                                            <p:strVal val="#ppt_x"/>
                                          </p:val>
                                        </p:tav>
                                        <p:tav tm="100000">
                                          <p:val>
                                            <p:strVal val="#ppt_x"/>
                                          </p:val>
                                        </p:tav>
                                      </p:tavLst>
                                    </p:anim>
                                    <p:anim calcmode="lin" valueType="num">
                                      <p:cBhvr>
                                        <p:cTn id="9" dur="1000" fill="hold"/>
                                        <p:tgtEl>
                                          <p:spTgt spid="4"/>
                                        </p:tgtEl>
                                        <p:attrNameLst>
                                          <p:attrName>ppt_y</p:attrName>
                                        </p:attrNameLst>
                                      </p:cBhvr>
                                      <p:tavLst>
                                        <p:tav tm="0">
                                          <p:val>
                                            <p:strVal val="#ppt_y+.1"/>
                                          </p:val>
                                        </p:tav>
                                        <p:tav tm="100000">
                                          <p:val>
                                            <p:strVal val="#ppt_y"/>
                                          </p:val>
                                        </p:tav>
                                      </p:tavLst>
                                    </p:anim>
                                  </p:childTnLst>
                                </p:cTn>
                              </p:par>
                              <p:par>
                                <p:cTn id="10" presetID="10" presetClass="exit" presetSubtype="0" fill="hold" nodeType="withEffect">
                                  <p:stCondLst>
                                    <p:cond delay="0"/>
                                  </p:stCondLst>
                                  <p:childTnLst>
                                    <p:animEffect transition="out" filter="fade">
                                      <p:cBhvr>
                                        <p:cTn id="11" dur="500"/>
                                        <p:tgtEl>
                                          <p:spTgt spid="8"/>
                                        </p:tgtEl>
                                      </p:cBhvr>
                                    </p:animEffect>
                                    <p:set>
                                      <p:cBhvr>
                                        <p:cTn id="12" dur="1" fill="hold">
                                          <p:stCondLst>
                                            <p:cond delay="499"/>
                                          </p:stCondLst>
                                        </p:cTn>
                                        <p:tgtEl>
                                          <p:spTgt spid="8"/>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500"/>
                                        <p:tgtEl>
                                          <p:spTgt spid="14"/>
                                        </p:tgtEl>
                                      </p:cBhvr>
                                    </p:animEffect>
                                    <p:set>
                                      <p:cBhvr>
                                        <p:cTn id="15" dur="1" fill="hold">
                                          <p:stCondLst>
                                            <p:cond delay="499"/>
                                          </p:stCondLst>
                                        </p:cTn>
                                        <p:tgtEl>
                                          <p:spTgt spid="14"/>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dirty="0" smtClean="0">
                <a:solidFill>
                  <a:schemeClr val="tx1">
                    <a:lumMod val="75000"/>
                    <a:lumOff val="25000"/>
                  </a:schemeClr>
                </a:solidFill>
              </a:rPr>
              <a:t>Les diagrammes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268293" y="1276581"/>
            <a:ext cx="7655430" cy="1107996"/>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Diagramme d’activité</a:t>
            </a:r>
            <a:endParaRPr lang="fr-FR" sz="66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noProof="0" smtClean="0"/>
              <a:t>18</a:t>
            </a:fld>
            <a:endParaRPr lang="fr-FR" noProof="0" dirty="0"/>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794526" y="0"/>
            <a:ext cx="8602949" cy="6858000"/>
          </a:xfrm>
          <a:prstGeom prst="rect">
            <a:avLst/>
          </a:prstGeom>
        </p:spPr>
      </p:pic>
    </p:spTree>
    <p:extLst>
      <p:ext uri="{BB962C8B-B14F-4D97-AF65-F5344CB8AC3E}">
        <p14:creationId xmlns:p14="http://schemas.microsoft.com/office/powerpoint/2010/main" val="3955435748"/>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fade">
                                      <p:cBhvr>
                                        <p:cTn id="7" dur="1000"/>
                                        <p:tgtEl>
                                          <p:spTgt spid="3"/>
                                        </p:tgtEl>
                                      </p:cBhvr>
                                    </p:animEffect>
                                    <p:anim calcmode="lin" valueType="num">
                                      <p:cBhvr>
                                        <p:cTn id="8" dur="1000" fill="hold"/>
                                        <p:tgtEl>
                                          <p:spTgt spid="3"/>
                                        </p:tgtEl>
                                        <p:attrNameLst>
                                          <p:attrName>ppt_x</p:attrName>
                                        </p:attrNameLst>
                                      </p:cBhvr>
                                      <p:tavLst>
                                        <p:tav tm="0">
                                          <p:val>
                                            <p:strVal val="#ppt_x"/>
                                          </p:val>
                                        </p:tav>
                                        <p:tav tm="100000">
                                          <p:val>
                                            <p:strVal val="#ppt_x"/>
                                          </p:val>
                                        </p:tav>
                                      </p:tavLst>
                                    </p:anim>
                                    <p:anim calcmode="lin" valueType="num">
                                      <p:cBhvr>
                                        <p:cTn id="9" dur="1000" fill="hold"/>
                                        <p:tgtEl>
                                          <p:spTgt spid="3"/>
                                        </p:tgtEl>
                                        <p:attrNameLst>
                                          <p:attrName>ppt_y</p:attrName>
                                        </p:attrNameLst>
                                      </p:cBhvr>
                                      <p:tavLst>
                                        <p:tav tm="0">
                                          <p:val>
                                            <p:strVal val="#ppt_y+.1"/>
                                          </p:val>
                                        </p:tav>
                                        <p:tav tm="100000">
                                          <p:val>
                                            <p:strVal val="#ppt_y"/>
                                          </p:val>
                                        </p:tav>
                                      </p:tavLst>
                                    </p:anim>
                                  </p:childTnLst>
                                </p:cTn>
                              </p:par>
                              <p:par>
                                <p:cTn id="10" presetID="10" presetClass="exit" presetSubtype="0" fill="hold" nodeType="withEffect">
                                  <p:stCondLst>
                                    <p:cond delay="0"/>
                                  </p:stCondLst>
                                  <p:childTnLst>
                                    <p:animEffect transition="out" filter="fade">
                                      <p:cBhvr>
                                        <p:cTn id="11" dur="500"/>
                                        <p:tgtEl>
                                          <p:spTgt spid="14"/>
                                        </p:tgtEl>
                                      </p:cBhvr>
                                    </p:animEffect>
                                    <p:set>
                                      <p:cBhvr>
                                        <p:cTn id="12" dur="1" fill="hold">
                                          <p:stCondLst>
                                            <p:cond delay="499"/>
                                          </p:stCondLst>
                                        </p:cTn>
                                        <p:tgtEl>
                                          <p:spTgt spid="14"/>
                                        </p:tgtEl>
                                        <p:attrNameLst>
                                          <p:attrName>style.visibility</p:attrName>
                                        </p:attrNameLst>
                                      </p:cBhvr>
                                      <p:to>
                                        <p:strVal val="hidden"/>
                                      </p:to>
                                    </p:set>
                                  </p:childTnLst>
                                </p:cTn>
                              </p:par>
                              <p:par>
                                <p:cTn id="13" presetID="10" presetClass="exit" presetSubtype="0" fill="hold" nodeType="withEffect">
                                  <p:stCondLst>
                                    <p:cond delay="0"/>
                                  </p:stCondLst>
                                  <p:childTnLst>
                                    <p:animEffect transition="out" filter="fade">
                                      <p:cBhvr>
                                        <p:cTn id="14" dur="500"/>
                                        <p:tgtEl>
                                          <p:spTgt spid="8"/>
                                        </p:tgtEl>
                                      </p:cBhvr>
                                    </p:animEffect>
                                    <p:set>
                                      <p:cBhvr>
                                        <p:cTn id="15" dur="1" fill="hold">
                                          <p:stCondLst>
                                            <p:cond delay="499"/>
                                          </p:stCondLst>
                                        </p:cTn>
                                        <p:tgtEl>
                                          <p:spTgt spid="8"/>
                                        </p:tgtEl>
                                        <p:attrNameLst>
                                          <p:attrName>style.visibility</p:attrName>
                                        </p:attrNameLst>
                                      </p:cBhvr>
                                      <p:to>
                                        <p:strVal val="hidden"/>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dirty="0" smtClean="0">
                <a:solidFill>
                  <a:schemeClr val="tx1">
                    <a:lumMod val="75000"/>
                    <a:lumOff val="25000"/>
                  </a:schemeClr>
                </a:solidFill>
              </a:rPr>
              <a:t>Fonctionnalité</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303378" y="1276581"/>
            <a:ext cx="7585282" cy="3139321"/>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Formulaire interactif </a:t>
            </a:r>
          </a:p>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d’ajout d’une </a:t>
            </a:r>
          </a:p>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mission</a:t>
            </a:r>
            <a:endParaRPr lang="fr-FR" sz="6600" b="1" dirty="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noProof="0" smtClean="0"/>
              <a:t>19</a:t>
            </a:fld>
            <a:endParaRPr lang="fr-FR" noProof="0" dirty="0"/>
          </a:p>
        </p:txBody>
      </p:sp>
    </p:spTree>
    <p:extLst>
      <p:ext uri="{BB962C8B-B14F-4D97-AF65-F5344CB8AC3E}">
        <p14:creationId xmlns:p14="http://schemas.microsoft.com/office/powerpoint/2010/main" val="2119230634"/>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noProof="0" smtClean="0"/>
              <a:t>20</a:t>
            </a:fld>
            <a:endParaRPr lang="fr-FR" noProof="0" dirty="0"/>
          </a:p>
        </p:txBody>
      </p:sp>
      <p:pic>
        <p:nvPicPr>
          <p:cNvPr id="4" name="Imag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34262" y="0"/>
            <a:ext cx="3560396" cy="6858000"/>
          </a:xfrm>
          <a:prstGeom prst="rect">
            <a:avLst/>
          </a:prstGeom>
        </p:spPr>
      </p:pic>
      <p:pic>
        <p:nvPicPr>
          <p:cNvPr id="7" name="Imag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679761" y="2603696"/>
            <a:ext cx="8278015" cy="3425825"/>
          </a:xfrm>
          <a:prstGeom prst="rect">
            <a:avLst/>
          </a:prstGeom>
        </p:spPr>
      </p:pic>
      <p:pic>
        <p:nvPicPr>
          <p:cNvPr id="12" name="Imag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3793009" y="593644"/>
            <a:ext cx="8398991" cy="819413"/>
          </a:xfrm>
          <a:prstGeom prst="rect">
            <a:avLst/>
          </a:prstGeom>
        </p:spPr>
      </p:pic>
    </p:spTree>
    <p:extLst>
      <p:ext uri="{BB962C8B-B14F-4D97-AF65-F5344CB8AC3E}">
        <p14:creationId xmlns:p14="http://schemas.microsoft.com/office/powerpoint/2010/main" val="404699165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7"/>
                                        </p:tgtEl>
                                        <p:attrNameLst>
                                          <p:attrName>style.visibility</p:attrName>
                                        </p:attrNameLst>
                                      </p:cBhvr>
                                      <p:to>
                                        <p:strVal val="visible"/>
                                      </p:to>
                                    </p:set>
                                    <p:animEffect transition="in" filter="fade">
                                      <p:cBhvr>
                                        <p:cTn id="12" dur="1000"/>
                                        <p:tgtEl>
                                          <p:spTgt spid="7"/>
                                        </p:tgtEl>
                                      </p:cBhvr>
                                    </p:animEffect>
                                    <p:anim calcmode="lin" valueType="num">
                                      <p:cBhvr>
                                        <p:cTn id="13" dur="1000" fill="hold"/>
                                        <p:tgtEl>
                                          <p:spTgt spid="7"/>
                                        </p:tgtEl>
                                        <p:attrNameLst>
                                          <p:attrName>ppt_x</p:attrName>
                                        </p:attrNameLst>
                                      </p:cBhvr>
                                      <p:tavLst>
                                        <p:tav tm="0">
                                          <p:val>
                                            <p:strVal val="#ppt_x"/>
                                          </p:val>
                                        </p:tav>
                                        <p:tav tm="100000">
                                          <p:val>
                                            <p:strVal val="#ppt_x"/>
                                          </p:val>
                                        </p:tav>
                                      </p:tavLst>
                                    </p:anim>
                                    <p:anim calcmode="lin" valueType="num">
                                      <p:cBhvr>
                                        <p:cTn id="14" dur="1000" fill="hold"/>
                                        <p:tgtEl>
                                          <p:spTgt spid="7"/>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noProof="0" smtClean="0"/>
              <a:t>21</a:t>
            </a:fld>
            <a:endParaRPr lang="fr-FR" noProof="0" dirty="0"/>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481771"/>
            <a:ext cx="4331527" cy="5857875"/>
          </a:xfrm>
          <a:prstGeom prst="rect">
            <a:avLst/>
          </a:prstGeom>
        </p:spPr>
      </p:pic>
      <p:pic>
        <p:nvPicPr>
          <p:cNvPr id="6" name="Image 5"/>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3403674" y="4152900"/>
            <a:ext cx="8788326" cy="2203450"/>
          </a:xfrm>
          <a:prstGeom prst="rect">
            <a:avLst/>
          </a:prstGeom>
        </p:spPr>
      </p:pic>
      <p:pic>
        <p:nvPicPr>
          <p:cNvPr id="12" name="Image 11"/>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169584" y="0"/>
            <a:ext cx="8022416" cy="3612433"/>
          </a:xfrm>
          <a:prstGeom prst="rect">
            <a:avLst/>
          </a:prstGeom>
        </p:spPr>
      </p:pic>
      <p:pic>
        <p:nvPicPr>
          <p:cNvPr id="13" name="Imag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062442" y="2812221"/>
            <a:ext cx="4944165" cy="800212"/>
          </a:xfrm>
          <a:prstGeom prst="rect">
            <a:avLst/>
          </a:prstGeom>
        </p:spPr>
      </p:pic>
    </p:spTree>
    <p:extLst>
      <p:ext uri="{BB962C8B-B14F-4D97-AF65-F5344CB8AC3E}">
        <p14:creationId xmlns:p14="http://schemas.microsoft.com/office/powerpoint/2010/main" val="4270032271"/>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42" presetClass="entr" presetSubtype="0" fill="hold" nodeType="clickEffect">
                                  <p:stCondLst>
                                    <p:cond delay="0"/>
                                  </p:stCondLst>
                                  <p:childTnLst>
                                    <p:set>
                                      <p:cBhvr>
                                        <p:cTn id="6" dur="1" fill="hold">
                                          <p:stCondLst>
                                            <p:cond delay="0"/>
                                          </p:stCondLst>
                                        </p:cTn>
                                        <p:tgtEl>
                                          <p:spTgt spid="12"/>
                                        </p:tgtEl>
                                        <p:attrNameLst>
                                          <p:attrName>style.visibility</p:attrName>
                                        </p:attrNameLst>
                                      </p:cBhvr>
                                      <p:to>
                                        <p:strVal val="visible"/>
                                      </p:to>
                                    </p:set>
                                    <p:animEffect transition="in" filter="fade">
                                      <p:cBhvr>
                                        <p:cTn id="7" dur="1000"/>
                                        <p:tgtEl>
                                          <p:spTgt spid="12"/>
                                        </p:tgtEl>
                                      </p:cBhvr>
                                    </p:animEffect>
                                    <p:anim calcmode="lin" valueType="num">
                                      <p:cBhvr>
                                        <p:cTn id="8" dur="1000" fill="hold"/>
                                        <p:tgtEl>
                                          <p:spTgt spid="12"/>
                                        </p:tgtEl>
                                        <p:attrNameLst>
                                          <p:attrName>ppt_x</p:attrName>
                                        </p:attrNameLst>
                                      </p:cBhvr>
                                      <p:tavLst>
                                        <p:tav tm="0">
                                          <p:val>
                                            <p:strVal val="#ppt_x"/>
                                          </p:val>
                                        </p:tav>
                                        <p:tav tm="100000">
                                          <p:val>
                                            <p:strVal val="#ppt_x"/>
                                          </p:val>
                                        </p:tav>
                                      </p:tavLst>
                                    </p:anim>
                                    <p:anim calcmode="lin" valueType="num">
                                      <p:cBhvr>
                                        <p:cTn id="9" dur="1000" fill="hold"/>
                                        <p:tgtEl>
                                          <p:spTgt spid="12"/>
                                        </p:tgtEl>
                                        <p:attrNameLst>
                                          <p:attrName>ppt_y</p:attrName>
                                        </p:attrNameLst>
                                      </p:cBhvr>
                                      <p:tavLst>
                                        <p:tav tm="0">
                                          <p:val>
                                            <p:strVal val="#ppt_y+.1"/>
                                          </p:val>
                                        </p:tav>
                                        <p:tav tm="100000">
                                          <p:val>
                                            <p:strVal val="#ppt_y"/>
                                          </p:val>
                                        </p:tav>
                                      </p:tavLst>
                                    </p:anim>
                                  </p:childTnLst>
                                </p:cTn>
                              </p:par>
                              <p:par>
                                <p:cTn id="10" presetID="42" presetClass="entr" presetSubtype="0" fill="hold" nodeType="withEffect">
                                  <p:stCondLst>
                                    <p:cond delay="0"/>
                                  </p:stCondLst>
                                  <p:childTnLst>
                                    <p:set>
                                      <p:cBhvr>
                                        <p:cTn id="11" dur="1" fill="hold">
                                          <p:stCondLst>
                                            <p:cond delay="0"/>
                                          </p:stCondLst>
                                        </p:cTn>
                                        <p:tgtEl>
                                          <p:spTgt spid="13"/>
                                        </p:tgtEl>
                                        <p:attrNameLst>
                                          <p:attrName>style.visibility</p:attrName>
                                        </p:attrNameLst>
                                      </p:cBhvr>
                                      <p:to>
                                        <p:strVal val="visible"/>
                                      </p:to>
                                    </p:set>
                                    <p:animEffect transition="in" filter="fade">
                                      <p:cBhvr>
                                        <p:cTn id="12" dur="1000"/>
                                        <p:tgtEl>
                                          <p:spTgt spid="13"/>
                                        </p:tgtEl>
                                      </p:cBhvr>
                                    </p:animEffect>
                                    <p:anim calcmode="lin" valueType="num">
                                      <p:cBhvr>
                                        <p:cTn id="13" dur="1000" fill="hold"/>
                                        <p:tgtEl>
                                          <p:spTgt spid="13"/>
                                        </p:tgtEl>
                                        <p:attrNameLst>
                                          <p:attrName>ppt_x</p:attrName>
                                        </p:attrNameLst>
                                      </p:cBhvr>
                                      <p:tavLst>
                                        <p:tav tm="0">
                                          <p:val>
                                            <p:strVal val="#ppt_x"/>
                                          </p:val>
                                        </p:tav>
                                        <p:tav tm="100000">
                                          <p:val>
                                            <p:strVal val="#ppt_x"/>
                                          </p:val>
                                        </p:tav>
                                      </p:tavLst>
                                    </p:anim>
                                    <p:anim calcmode="lin" valueType="num">
                                      <p:cBhvr>
                                        <p:cTn id="14" dur="1000" fill="hold"/>
                                        <p:tgtEl>
                                          <p:spTgt spid="13"/>
                                        </p:tgtEl>
                                        <p:attrNameLst>
                                          <p:attrName>ppt_y</p:attrName>
                                        </p:attrNameLst>
                                      </p:cBhvr>
                                      <p:tavLst>
                                        <p:tav tm="0">
                                          <p:val>
                                            <p:strVal val="#ppt_y+.1"/>
                                          </p:val>
                                        </p:tav>
                                        <p:tav tm="100000">
                                          <p:val>
                                            <p:strVal val="#ppt_y"/>
                                          </p:val>
                                        </p:tav>
                                      </p:tavLst>
                                    </p:anim>
                                  </p:childTnLst>
                                </p:cTn>
                              </p:par>
                              <p:par>
                                <p:cTn id="15" presetID="42" presetClass="entr" presetSubtype="0" fill="hold" nodeType="withEffect">
                                  <p:stCondLst>
                                    <p:cond delay="0"/>
                                  </p:stCondLst>
                                  <p:childTnLst>
                                    <p:set>
                                      <p:cBhvr>
                                        <p:cTn id="16" dur="1" fill="hold">
                                          <p:stCondLst>
                                            <p:cond delay="0"/>
                                          </p:stCondLst>
                                        </p:cTn>
                                        <p:tgtEl>
                                          <p:spTgt spid="6"/>
                                        </p:tgtEl>
                                        <p:attrNameLst>
                                          <p:attrName>style.visibility</p:attrName>
                                        </p:attrNameLst>
                                      </p:cBhvr>
                                      <p:to>
                                        <p:strVal val="visible"/>
                                      </p:to>
                                    </p:set>
                                    <p:animEffect transition="in" filter="fade">
                                      <p:cBhvr>
                                        <p:cTn id="17" dur="1000"/>
                                        <p:tgtEl>
                                          <p:spTgt spid="6"/>
                                        </p:tgtEl>
                                      </p:cBhvr>
                                    </p:animEffect>
                                    <p:anim calcmode="lin" valueType="num">
                                      <p:cBhvr>
                                        <p:cTn id="18" dur="1000" fill="hold"/>
                                        <p:tgtEl>
                                          <p:spTgt spid="6"/>
                                        </p:tgtEl>
                                        <p:attrNameLst>
                                          <p:attrName>ppt_x</p:attrName>
                                        </p:attrNameLst>
                                      </p:cBhvr>
                                      <p:tavLst>
                                        <p:tav tm="0">
                                          <p:val>
                                            <p:strVal val="#ppt_x"/>
                                          </p:val>
                                        </p:tav>
                                        <p:tav tm="100000">
                                          <p:val>
                                            <p:strVal val="#ppt_x"/>
                                          </p:val>
                                        </p:tav>
                                      </p:tavLst>
                                    </p:anim>
                                    <p:anim calcmode="lin" valueType="num">
                                      <p:cBhvr>
                                        <p:cTn id="19" dur="1000" fill="hold"/>
                                        <p:tgtEl>
                                          <p:spTgt spid="6"/>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re 6" hidden="1">
            <a:extLst>
              <a:ext uri="{FF2B5EF4-FFF2-40B4-BE49-F238E27FC236}">
                <a16:creationId xmlns:a16="http://schemas.microsoft.com/office/drawing/2014/main" id="{ED2F5393-91A3-4102-A584-E902285C507A}"/>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4</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Perspectives &amp; conclusion</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33"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639192" y="1933120"/>
            <a:ext cx="5372340" cy="3327492"/>
          </a:xfrm>
          <a:prstGeom prst="trapezoid">
            <a:avLst/>
          </a:prstGeom>
          <a:solidFill>
            <a:schemeClr val="accent3">
              <a:lumMod val="7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34" name="Rectangle 33">
            <a:extLst>
              <a:ext uri="{FF2B5EF4-FFF2-40B4-BE49-F238E27FC236}">
                <a16:creationId xmlns:a16="http://schemas.microsoft.com/office/drawing/2014/main" id="{3F19BFA5-D0CA-4CF0-8499-504D956B6563}"/>
              </a:ext>
            </a:extLst>
          </p:cNvPr>
          <p:cNvSpPr/>
          <p:nvPr/>
        </p:nvSpPr>
        <p:spPr>
          <a:xfrm>
            <a:off x="1965300" y="1644923"/>
            <a:ext cx="2164507" cy="430887"/>
          </a:xfrm>
          <a:prstGeom prst="rect">
            <a:avLst/>
          </a:prstGeom>
        </p:spPr>
        <p:txBody>
          <a:bodyPr wrap="square" lIns="0" tIns="0" rIns="0" bIns="0" rtlCol="0">
            <a:spAutoFit/>
          </a:bodyPr>
          <a:lstStyle/>
          <a:p>
            <a:pPr algn="ctr" rtl="0"/>
            <a:r>
              <a:rPr lang="fr-FR" sz="2800" b="1" u="sng" dirty="0" smtClean="0">
                <a:solidFill>
                  <a:schemeClr val="bg1"/>
                </a:solidFill>
              </a:rPr>
              <a:t>Perspectives : </a:t>
            </a:r>
            <a:endParaRPr lang="fr-FR" sz="2800" b="1" u="sng" dirty="0">
              <a:solidFill>
                <a:schemeClr val="bg1"/>
              </a:solidFill>
            </a:endParaRPr>
          </a:p>
        </p:txBody>
      </p:sp>
      <p:sp>
        <p:nvSpPr>
          <p:cNvPr id="35" name="Rectangle 34">
            <a:extLst>
              <a:ext uri="{FF2B5EF4-FFF2-40B4-BE49-F238E27FC236}">
                <a16:creationId xmlns:a16="http://schemas.microsoft.com/office/drawing/2014/main" id="{8AA18108-5B8B-4147-84A7-D30A16BEC4EA}"/>
              </a:ext>
            </a:extLst>
          </p:cNvPr>
          <p:cNvSpPr/>
          <p:nvPr/>
        </p:nvSpPr>
        <p:spPr>
          <a:xfrm>
            <a:off x="1775938" y="2699021"/>
            <a:ext cx="2961431" cy="2436564"/>
          </a:xfrm>
          <a:prstGeom prst="rect">
            <a:avLst/>
          </a:prstGeom>
        </p:spPr>
        <p:txBody>
          <a:bodyPr wrap="square" lIns="0" tIns="0" rIns="0" bIns="0" rtlCol="0" anchor="t">
            <a:spAutoFit/>
          </a:bodyPr>
          <a:lstStyle/>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Intégration d’un système de notes et d’avis</a:t>
            </a:r>
          </a:p>
          <a:p>
            <a:pPr marL="342900" indent="-342900" rtl="0">
              <a:lnSpc>
                <a:spcPts val="1900"/>
              </a:lnSpc>
              <a:buFont typeface="Arial" panose="020B0604020202020204" pitchFamily="34" charset="0"/>
              <a:buChar char="•"/>
            </a:pPr>
            <a:endParaRPr lang="fr-FR" sz="2000" dirty="0">
              <a:solidFill>
                <a:schemeClr val="bg1"/>
              </a:solidFill>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Mise en place de notifications automatiques par mail</a:t>
            </a:r>
          </a:p>
          <a:p>
            <a:pPr marL="342900" indent="-342900" rtl="0">
              <a:lnSpc>
                <a:spcPts val="1900"/>
              </a:lnSpc>
              <a:buFont typeface="Arial" panose="020B0604020202020204" pitchFamily="34" charset="0"/>
              <a:buChar char="•"/>
            </a:pPr>
            <a:endParaRPr lang="fr-FR" sz="2000" dirty="0">
              <a:solidFill>
                <a:schemeClr val="bg1"/>
              </a:solidFill>
              <a:latin typeface="Arial" panose="020B0604020202020204" pitchFamily="34" charset="0"/>
              <a:cs typeface="Arial" panose="020B0604020202020204" pitchFamily="34" charset="0"/>
            </a:endParaRPr>
          </a:p>
          <a:p>
            <a:pPr marL="342900" indent="-342900" rtl="0">
              <a:lnSpc>
                <a:spcPts val="1900"/>
              </a:lnSpc>
              <a:buFont typeface="Arial" panose="020B0604020202020204" pitchFamily="34" charset="0"/>
              <a:buChar char="•"/>
            </a:pPr>
            <a:r>
              <a:rPr lang="fr-FR" sz="2000" dirty="0" smtClean="0">
                <a:solidFill>
                  <a:schemeClr val="bg1"/>
                </a:solidFill>
                <a:latin typeface="Arial" panose="020B0604020202020204" pitchFamily="34" charset="0"/>
                <a:cs typeface="Arial" panose="020B0604020202020204" pitchFamily="34" charset="0"/>
              </a:rPr>
              <a:t>Ajout d’un espace RH pour créer des contrats</a:t>
            </a:r>
            <a:endParaRPr lang="fr-FR" sz="2000" dirty="0">
              <a:solidFill>
                <a:schemeClr val="bg1"/>
              </a:solidFill>
              <a:latin typeface="Arial" panose="020B0604020202020204" pitchFamily="34" charset="0"/>
              <a:cs typeface="Arial" panose="020B0604020202020204" pitchFamily="34" charset="0"/>
            </a:endParaRPr>
          </a:p>
        </p:txBody>
      </p:sp>
      <p:sp>
        <p:nvSpPr>
          <p:cNvPr id="36" name="Trapèze 1">
            <a:extLst>
              <a:ext uri="{FF2B5EF4-FFF2-40B4-BE49-F238E27FC236}">
                <a16:creationId xmlns:a16="http://schemas.microsoft.com/office/drawing/2014/main" id="{5B804E9F-B6B5-41F9-9B63-9AF435FDC2B7}"/>
              </a:ext>
              <a:ext uri="{C183D7F6-B498-43B3-948B-1728B52AA6E4}">
                <adec:decorative xmlns="" xmlns:adec="http://schemas.microsoft.com/office/drawing/2017/decorative" val="1"/>
              </a:ext>
            </a:extLst>
          </p:cNvPr>
          <p:cNvSpPr/>
          <p:nvPr/>
        </p:nvSpPr>
        <p:spPr>
          <a:xfrm rot="5400000">
            <a:off x="6252684" y="1933120"/>
            <a:ext cx="5372340" cy="3327492"/>
          </a:xfrm>
          <a:prstGeom prst="trapezoid">
            <a:avLst/>
          </a:prstGeom>
          <a:solidFill>
            <a:schemeClr val="accent4">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37" name="Rectangle 36">
            <a:extLst>
              <a:ext uri="{FF2B5EF4-FFF2-40B4-BE49-F238E27FC236}">
                <a16:creationId xmlns:a16="http://schemas.microsoft.com/office/drawing/2014/main" id="{3F19BFA5-D0CA-4CF0-8499-504D956B6563}"/>
              </a:ext>
            </a:extLst>
          </p:cNvPr>
          <p:cNvSpPr/>
          <p:nvPr/>
        </p:nvSpPr>
        <p:spPr>
          <a:xfrm>
            <a:off x="7603408" y="1644923"/>
            <a:ext cx="1860822" cy="430887"/>
          </a:xfrm>
          <a:prstGeom prst="rect">
            <a:avLst/>
          </a:prstGeom>
        </p:spPr>
        <p:txBody>
          <a:bodyPr wrap="square" lIns="0" tIns="0" rIns="0" bIns="0" rtlCol="0">
            <a:spAutoFit/>
          </a:bodyPr>
          <a:lstStyle/>
          <a:p>
            <a:pPr algn="ctr" rtl="0"/>
            <a:r>
              <a:rPr lang="fr-FR" sz="2800" b="1" u="sng" dirty="0" smtClean="0"/>
              <a:t>Conclusion : </a:t>
            </a:r>
            <a:endParaRPr lang="fr-FR" sz="2800" b="1" u="sng" dirty="0"/>
          </a:p>
        </p:txBody>
      </p:sp>
      <p:sp>
        <p:nvSpPr>
          <p:cNvPr id="38" name="Rectangle 37">
            <a:extLst>
              <a:ext uri="{FF2B5EF4-FFF2-40B4-BE49-F238E27FC236}">
                <a16:creationId xmlns:a16="http://schemas.microsoft.com/office/drawing/2014/main" id="{8AA18108-5B8B-4147-84A7-D30A16BEC4EA}"/>
              </a:ext>
            </a:extLst>
          </p:cNvPr>
          <p:cNvSpPr/>
          <p:nvPr/>
        </p:nvSpPr>
        <p:spPr>
          <a:xfrm>
            <a:off x="7400239" y="2699021"/>
            <a:ext cx="3110793" cy="1705595"/>
          </a:xfrm>
          <a:prstGeom prst="rect">
            <a:avLst/>
          </a:prstGeom>
        </p:spPr>
        <p:txBody>
          <a:bodyPr wrap="square" lIns="0" tIns="0" rIns="0" bIns="0" rtlCol="0" anchor="t">
            <a:spAutoFit/>
          </a:bodyPr>
          <a:lstStyle/>
          <a:p>
            <a:pPr>
              <a:lnSpc>
                <a:spcPts val="1900"/>
              </a:lnSpc>
            </a:pPr>
            <a:r>
              <a:rPr lang="fr-FR" sz="2000" dirty="0">
                <a:latin typeface="Arial" panose="020B0604020202020204" pitchFamily="34" charset="0"/>
                <a:cs typeface="Arial" panose="020B0604020202020204" pitchFamily="34" charset="0"/>
              </a:rPr>
              <a:t>Ce projet répond à un vrai </a:t>
            </a:r>
            <a:r>
              <a:rPr lang="fr-FR" sz="2000" dirty="0" smtClean="0">
                <a:latin typeface="Arial" panose="020B0604020202020204" pitchFamily="34" charset="0"/>
                <a:cs typeface="Arial" panose="020B0604020202020204" pitchFamily="34" charset="0"/>
              </a:rPr>
              <a:t>besoin dans </a:t>
            </a:r>
            <a:r>
              <a:rPr lang="fr-FR" sz="2000" dirty="0">
                <a:latin typeface="Arial" panose="020B0604020202020204" pitchFamily="34" charset="0"/>
                <a:cs typeface="Arial" panose="020B0604020202020204" pitchFamily="34" charset="0"/>
              </a:rPr>
              <a:t>le secteur du nettoyage. </a:t>
            </a:r>
            <a:endParaRPr lang="fr-FR" sz="2000" dirty="0" smtClean="0">
              <a:latin typeface="Arial" panose="020B0604020202020204" pitchFamily="34" charset="0"/>
              <a:cs typeface="Arial" panose="020B0604020202020204" pitchFamily="34" charset="0"/>
            </a:endParaRPr>
          </a:p>
          <a:p>
            <a:pPr>
              <a:lnSpc>
                <a:spcPts val="1900"/>
              </a:lnSpc>
            </a:pPr>
            <a:r>
              <a:rPr lang="fr-FR" sz="2000" dirty="0" smtClean="0">
                <a:latin typeface="Arial" panose="020B0604020202020204" pitchFamily="34" charset="0"/>
                <a:cs typeface="Arial" panose="020B0604020202020204" pitchFamily="34" charset="0"/>
              </a:rPr>
              <a:t>Il </a:t>
            </a:r>
            <a:r>
              <a:rPr lang="fr-FR" sz="2000" dirty="0">
                <a:latin typeface="Arial" panose="020B0604020202020204" pitchFamily="34" charset="0"/>
                <a:cs typeface="Arial" panose="020B0604020202020204" pitchFamily="34" charset="0"/>
              </a:rPr>
              <a:t>est conçu pour être utile, évolutif, et simple à prendre en main pour tous ses utilisateurs.</a:t>
            </a: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b="1" noProof="0" smtClean="0">
                <a:solidFill>
                  <a:schemeClr val="tx1"/>
                </a:solidFill>
              </a:rPr>
              <a:t>22</a:t>
            </a:fld>
            <a:endParaRPr lang="fr-FR" b="1" noProof="0" dirty="0">
              <a:solidFill>
                <a:schemeClr val="tx1"/>
              </a:solidFill>
            </a:endParaRPr>
          </a:p>
        </p:txBody>
      </p:sp>
    </p:spTree>
    <p:extLst>
      <p:ext uri="{BB962C8B-B14F-4D97-AF65-F5344CB8AC3E}">
        <p14:creationId xmlns:p14="http://schemas.microsoft.com/office/powerpoint/2010/main" val="242233886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6" presetClass="entr" presetSubtype="21" fill="hold" grpId="0" nodeType="withEffect">
                                  <p:stCondLst>
                                    <p:cond delay="0"/>
                                  </p:stCondLst>
                                  <p:childTnLst>
                                    <p:set>
                                      <p:cBhvr>
                                        <p:cTn id="6" dur="1" fill="hold">
                                          <p:stCondLst>
                                            <p:cond delay="0"/>
                                          </p:stCondLst>
                                        </p:cTn>
                                        <p:tgtEl>
                                          <p:spTgt spid="33"/>
                                        </p:tgtEl>
                                        <p:attrNameLst>
                                          <p:attrName>style.visibility</p:attrName>
                                        </p:attrNameLst>
                                      </p:cBhvr>
                                      <p:to>
                                        <p:strVal val="visible"/>
                                      </p:to>
                                    </p:set>
                                    <p:animEffect transition="in" filter="barn(inVertical)">
                                      <p:cBhvr>
                                        <p:cTn id="7" dur="500"/>
                                        <p:tgtEl>
                                          <p:spTgt spid="33"/>
                                        </p:tgtEl>
                                      </p:cBhvr>
                                    </p:animEffect>
                                  </p:childTnLst>
                                </p:cTn>
                              </p:par>
                            </p:childTnLst>
                          </p:cTn>
                        </p:par>
                      </p:childTnLst>
                    </p:cTn>
                  </p:par>
                  <p:par>
                    <p:cTn id="8" fill="hold">
                      <p:stCondLst>
                        <p:cond delay="indefinite"/>
                      </p:stCondLst>
                      <p:childTnLst>
                        <p:par>
                          <p:cTn id="9" fill="hold">
                            <p:stCondLst>
                              <p:cond delay="0"/>
                            </p:stCondLst>
                            <p:childTnLst>
                              <p:par>
                                <p:cTn id="10" presetID="16" presetClass="entr" presetSubtype="21" fill="hold" grpId="0" nodeType="clickEffect">
                                  <p:stCondLst>
                                    <p:cond delay="0"/>
                                  </p:stCondLst>
                                  <p:childTnLst>
                                    <p:set>
                                      <p:cBhvr>
                                        <p:cTn id="11" dur="1" fill="hold">
                                          <p:stCondLst>
                                            <p:cond delay="0"/>
                                          </p:stCondLst>
                                        </p:cTn>
                                        <p:tgtEl>
                                          <p:spTgt spid="36"/>
                                        </p:tgtEl>
                                        <p:attrNameLst>
                                          <p:attrName>style.visibility</p:attrName>
                                        </p:attrNameLst>
                                      </p:cBhvr>
                                      <p:to>
                                        <p:strVal val="visible"/>
                                      </p:to>
                                    </p:set>
                                    <p:animEffect transition="in" filter="barn(inVertical)">
                                      <p:cBhvr>
                                        <p:cTn id="12" dur="500"/>
                                        <p:tgtEl>
                                          <p:spTgt spid="36"/>
                                        </p:tgtEl>
                                      </p:cBhvr>
                                    </p:animEffect>
                                  </p:childTnLst>
                                </p:cTn>
                              </p:par>
                              <p:par>
                                <p:cTn id="13" presetID="16" presetClass="entr" presetSubtype="21" fill="hold" grpId="0" nodeType="withEffect">
                                  <p:stCondLst>
                                    <p:cond delay="0"/>
                                  </p:stCondLst>
                                  <p:childTnLst>
                                    <p:set>
                                      <p:cBhvr>
                                        <p:cTn id="14" dur="1" fill="hold">
                                          <p:stCondLst>
                                            <p:cond delay="0"/>
                                          </p:stCondLst>
                                        </p:cTn>
                                        <p:tgtEl>
                                          <p:spTgt spid="37"/>
                                        </p:tgtEl>
                                        <p:attrNameLst>
                                          <p:attrName>style.visibility</p:attrName>
                                        </p:attrNameLst>
                                      </p:cBhvr>
                                      <p:to>
                                        <p:strVal val="visible"/>
                                      </p:to>
                                    </p:set>
                                    <p:animEffect transition="in" filter="barn(inVertical)">
                                      <p:cBhvr>
                                        <p:cTn id="15" dur="500"/>
                                        <p:tgtEl>
                                          <p:spTgt spid="37"/>
                                        </p:tgtEl>
                                      </p:cBhvr>
                                    </p:animEffect>
                                  </p:childTnLst>
                                </p:cTn>
                              </p:par>
                              <p:par>
                                <p:cTn id="16" presetID="16" presetClass="entr" presetSubtype="21" fill="hold" grpId="0" nodeType="withEffect">
                                  <p:stCondLst>
                                    <p:cond delay="0"/>
                                  </p:stCondLst>
                                  <p:childTnLst>
                                    <p:set>
                                      <p:cBhvr>
                                        <p:cTn id="17" dur="1" fill="hold">
                                          <p:stCondLst>
                                            <p:cond delay="0"/>
                                          </p:stCondLst>
                                        </p:cTn>
                                        <p:tgtEl>
                                          <p:spTgt spid="38"/>
                                        </p:tgtEl>
                                        <p:attrNameLst>
                                          <p:attrName>style.visibility</p:attrName>
                                        </p:attrNameLst>
                                      </p:cBhvr>
                                      <p:to>
                                        <p:strVal val="visible"/>
                                      </p:to>
                                    </p:set>
                                    <p:animEffect transition="in" filter="barn(inVertical)">
                                      <p:cBhvr>
                                        <p:cTn id="18" dur="500"/>
                                        <p:tgtEl>
                                          <p:spTgt spid="3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3" grpId="0" animBg="1"/>
      <p:bldP spid="36" grpId="0" animBg="1"/>
      <p:bldP spid="37" grpId="0"/>
      <p:bldP spid="38" grpId="0"/>
    </p:bldLst>
  </p:timing>
</p:sld>
</file>

<file path=ppt/slides/slide23.xml><?xml version="1.0" encoding="utf-8"?>
<p:sld xmlns:a="http://schemas.openxmlformats.org/drawingml/2006/main" xmlns:r="http://schemas.openxmlformats.org/officeDocument/2006/relationships" xmlns:p="http://schemas.openxmlformats.org/presentationml/2006/main">
  <p:cSld>
    <p:bg>
      <p:bgPr>
        <a:pattFill prst="zigZag">
          <a:fgClr>
            <a:schemeClr val="accent3">
              <a:lumMod val="75000"/>
            </a:schemeClr>
          </a:fgClr>
          <a:bgClr>
            <a:schemeClr val="accent3">
              <a:lumMod val="50000"/>
            </a:schemeClr>
          </a:bgClr>
        </a:pattFill>
        <a:effectLst/>
      </p:bgPr>
    </p:bg>
    <p:spTree>
      <p:nvGrpSpPr>
        <p:cNvPr id="1" name=""/>
        <p:cNvGrpSpPr/>
        <p:nvPr/>
      </p:nvGrpSpPr>
      <p:grpSpPr>
        <a:xfrm>
          <a:off x="0" y="0"/>
          <a:ext cx="0" cy="0"/>
          <a:chOff x="0" y="0"/>
          <a:chExt cx="0" cy="0"/>
        </a:xfrm>
      </p:grpSpPr>
      <p:grpSp>
        <p:nvGrpSpPr>
          <p:cNvPr id="11" name="Groupe 10">
            <a:extLst>
              <a:ext uri="{FF2B5EF4-FFF2-40B4-BE49-F238E27FC236}">
                <a16:creationId xmlns:a16="http://schemas.microsoft.com/office/drawing/2014/main" id="{62A21665-C64F-4BDA-B2DE-442D70605718}"/>
              </a:ext>
              <a:ext uri="{C183D7F6-B498-43B3-948B-1728B52AA6E4}">
                <adec:decorative xmlns="" xmlns:adec="http://schemas.microsoft.com/office/drawing/2017/decorative" val="1"/>
              </a:ext>
            </a:extLst>
          </p:cNvPr>
          <p:cNvGrpSpPr/>
          <p:nvPr/>
        </p:nvGrpSpPr>
        <p:grpSpPr>
          <a:xfrm>
            <a:off x="4325258" y="1544068"/>
            <a:ext cx="3541486" cy="3769865"/>
            <a:chOff x="4325258" y="1229517"/>
            <a:chExt cx="3541486" cy="3769865"/>
          </a:xfrm>
        </p:grpSpPr>
        <p:sp>
          <p:nvSpPr>
            <p:cNvPr id="12" name="Losange 11">
              <a:extLst>
                <a:ext uri="{FF2B5EF4-FFF2-40B4-BE49-F238E27FC236}">
                  <a16:creationId xmlns:a16="http://schemas.microsoft.com/office/drawing/2014/main" id="{7DC8B409-5FAC-4539-B25A-26BE925A48AF}"/>
                </a:ext>
              </a:extLst>
            </p:cNvPr>
            <p:cNvSpPr/>
            <p:nvPr/>
          </p:nvSpPr>
          <p:spPr>
            <a:xfrm>
              <a:off x="4792319" y="2392018"/>
              <a:ext cx="2607364" cy="2607364"/>
            </a:xfrm>
            <a:prstGeom prst="diamond">
              <a:avLst/>
            </a:prstGeom>
            <a:noFill/>
            <a:ln>
              <a:solidFill>
                <a:schemeClr val="accent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13" name="Losange 12">
              <a:extLst>
                <a:ext uri="{FF2B5EF4-FFF2-40B4-BE49-F238E27FC236}">
                  <a16:creationId xmlns:a16="http://schemas.microsoft.com/office/drawing/2014/main" id="{91498E2F-539C-46D3-AF7C-BB1DAE76B114}"/>
                </a:ext>
              </a:extLst>
            </p:cNvPr>
            <p:cNvSpPr/>
            <p:nvPr/>
          </p:nvSpPr>
          <p:spPr>
            <a:xfrm>
              <a:off x="4325258" y="1229517"/>
              <a:ext cx="3541486" cy="3541486"/>
            </a:xfrm>
            <a:prstGeom prst="diamond">
              <a:avLst/>
            </a:prstGeom>
            <a:noFill/>
            <a:ln>
              <a:solidFill>
                <a:schemeClr val="accent4"/>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grpSp>
      <p:sp>
        <p:nvSpPr>
          <p:cNvPr id="15" name="Titre 1">
            <a:extLst>
              <a:ext uri="{FF2B5EF4-FFF2-40B4-BE49-F238E27FC236}">
                <a16:creationId xmlns:a16="http://schemas.microsoft.com/office/drawing/2014/main" id="{FA061601-468D-486D-B8EE-42BD1BE3ADCC}"/>
              </a:ext>
            </a:extLst>
          </p:cNvPr>
          <p:cNvSpPr>
            <a:spLocks noGrp="1"/>
          </p:cNvSpPr>
          <p:nvPr>
            <p:ph type="ctrTitle"/>
          </p:nvPr>
        </p:nvSpPr>
        <p:spPr>
          <a:xfrm>
            <a:off x="1524000" y="2930403"/>
            <a:ext cx="9144000" cy="997196"/>
          </a:xfrm>
        </p:spPr>
        <p:txBody>
          <a:bodyPr lIns="0" tIns="0" rIns="0" bIns="0" rtlCol="0" anchor="ctr">
            <a:spAutoFit/>
          </a:bodyPr>
          <a:lstStyle/>
          <a:p>
            <a:pPr rtl="0"/>
            <a:r>
              <a:rPr lang="fr-FR" sz="7200" b="1" dirty="0">
                <a:solidFill>
                  <a:schemeClr val="bg1"/>
                </a:solidFill>
              </a:rPr>
              <a:t>Merci</a:t>
            </a:r>
            <a:endParaRPr lang="fr-FR" sz="7200" dirty="0">
              <a:solidFill>
                <a:schemeClr val="accent4"/>
              </a:solidFill>
            </a:endParaRPr>
          </a:p>
        </p:txBody>
      </p:sp>
      <p:sp>
        <p:nvSpPr>
          <p:cNvPr id="3" name="Espace réservé du numéro de diapositive 2"/>
          <p:cNvSpPr>
            <a:spLocks noGrp="1"/>
          </p:cNvSpPr>
          <p:nvPr>
            <p:ph type="sldNum" sz="quarter" idx="12"/>
          </p:nvPr>
        </p:nvSpPr>
        <p:spPr/>
        <p:txBody>
          <a:bodyPr/>
          <a:lstStyle/>
          <a:p>
            <a:pPr rtl="0"/>
            <a:fld id="{06FEDF93-2BFD-41CA-ABC7-B039102F3792}" type="slidenum">
              <a:rPr lang="fr-FR" noProof="0" smtClean="0"/>
              <a:t>23</a:t>
            </a:fld>
            <a:endParaRPr lang="fr-FR" noProof="0" dirty="0"/>
          </a:p>
        </p:txBody>
      </p:sp>
    </p:spTree>
    <p:extLst>
      <p:ext uri="{BB962C8B-B14F-4D97-AF65-F5344CB8AC3E}">
        <p14:creationId xmlns:p14="http://schemas.microsoft.com/office/powerpoint/2010/main" val="1923038163"/>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 name="Ovale 22">
            <a:extLst>
              <a:ext uri="{FF2B5EF4-FFF2-40B4-BE49-F238E27FC236}">
                <a16:creationId xmlns:a16="http://schemas.microsoft.com/office/drawing/2014/main" id="{364CFD90-D0E1-4BC3-9D8B-7503E2632C39}"/>
              </a:ext>
              <a:ext uri="{C183D7F6-B498-43B3-948B-1728B52AA6E4}">
                <adec:decorative xmlns="" xmlns:adec="http://schemas.microsoft.com/office/drawing/2017/decorative" val="1"/>
              </a:ext>
            </a:extLst>
          </p:cNvPr>
          <p:cNvSpPr/>
          <p:nvPr/>
        </p:nvSpPr>
        <p:spPr>
          <a:xfrm>
            <a:off x="4111626" y="1720850"/>
            <a:ext cx="3968750" cy="3968750"/>
          </a:xfrm>
          <a:prstGeom prst="ellipse">
            <a:avLst/>
          </a:prstGeom>
          <a:noFill/>
          <a:ln>
            <a:solidFill>
              <a:schemeClr val="tx2"/>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endParaRPr lang="fr-FR" dirty="0"/>
          </a:p>
        </p:txBody>
      </p:sp>
      <p:sp>
        <p:nvSpPr>
          <p:cNvPr id="4" name="Titre 3" hidden="1">
            <a:extLst>
              <a:ext uri="{FF2B5EF4-FFF2-40B4-BE49-F238E27FC236}">
                <a16:creationId xmlns:a16="http://schemas.microsoft.com/office/drawing/2014/main" id="{B5981CF1-BC08-49F8-B0F9-AAF98EC67450}"/>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2</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rtl="0"/>
            <a:r>
              <a:rPr lang="fr-FR" sz="2800" b="1" dirty="0" smtClean="0">
                <a:solidFill>
                  <a:schemeClr val="tx1">
                    <a:lumMod val="75000"/>
                    <a:lumOff val="25000"/>
                  </a:schemeClr>
                </a:solidFill>
              </a:rPr>
              <a:t>Annexes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13" name="Ovale 12">
            <a:extLst>
              <a:ext uri="{FF2B5EF4-FFF2-40B4-BE49-F238E27FC236}">
                <a16:creationId xmlns:a16="http://schemas.microsoft.com/office/drawing/2014/main" id="{E3ECCC05-FF78-40FA-84FF-172821D8B58A}"/>
              </a:ext>
              <a:ext uri="{C183D7F6-B498-43B3-948B-1728B52AA6E4}">
                <adec:decorative xmlns="" xmlns:adec="http://schemas.microsoft.com/office/drawing/2017/decorative" val="1"/>
              </a:ext>
            </a:extLst>
          </p:cNvPr>
          <p:cNvSpPr/>
          <p:nvPr/>
        </p:nvSpPr>
        <p:spPr>
          <a:xfrm>
            <a:off x="5248275" y="2857500"/>
            <a:ext cx="1695450" cy="1695450"/>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rtl="0"/>
            <a:r>
              <a:rPr lang="fr-FR" b="1" dirty="0">
                <a:latin typeface="+mj-lt"/>
              </a:rPr>
              <a:t>PROJET</a:t>
            </a:r>
          </a:p>
        </p:txBody>
      </p:sp>
      <p:pic>
        <p:nvPicPr>
          <p:cNvPr id="5" name="Image 4"/>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984369" y="2618940"/>
            <a:ext cx="2223262" cy="2172569"/>
          </a:xfrm>
          <a:prstGeom prst="rect">
            <a:avLst/>
          </a:prstGeom>
        </p:spPr>
      </p:pic>
      <p:sp>
        <p:nvSpPr>
          <p:cNvPr id="3" name="Espace réservé du numéro de diapositive 2"/>
          <p:cNvSpPr>
            <a:spLocks noGrp="1"/>
          </p:cNvSpPr>
          <p:nvPr>
            <p:ph type="sldNum" sz="quarter" idx="12"/>
          </p:nvPr>
        </p:nvSpPr>
        <p:spPr/>
        <p:txBody>
          <a:bodyPr/>
          <a:lstStyle/>
          <a:p>
            <a:pPr rtl="0"/>
            <a:fld id="{06FEDF93-2BFD-41CA-ABC7-B039102F3792}" type="slidenum">
              <a:rPr lang="fr-FR" b="1" noProof="0" smtClean="0">
                <a:solidFill>
                  <a:schemeClr val="tx1"/>
                </a:solidFill>
              </a:rPr>
              <a:t>24</a:t>
            </a:fld>
            <a:endParaRPr lang="fr-FR" b="1" noProof="0" dirty="0">
              <a:solidFill>
                <a:schemeClr val="tx1"/>
              </a:solidFill>
            </a:endParaRPr>
          </a:p>
        </p:txBody>
      </p:sp>
    </p:spTree>
    <p:extLst>
      <p:ext uri="{BB962C8B-B14F-4D97-AF65-F5344CB8AC3E}">
        <p14:creationId xmlns:p14="http://schemas.microsoft.com/office/powerpoint/2010/main" val="3236269863"/>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dirty="0" smtClean="0">
                <a:solidFill>
                  <a:schemeClr val="tx1">
                    <a:lumMod val="75000"/>
                    <a:lumOff val="25000"/>
                  </a:schemeClr>
                </a:solidFill>
              </a:rPr>
              <a:t>Annexes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790903" y="1276581"/>
            <a:ext cx="6610208" cy="2123658"/>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Maquette version </a:t>
            </a:r>
          </a:p>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desktop</a:t>
            </a:r>
            <a:endParaRPr lang="fr-FR" sz="4000" b="1" dirty="0" smtClean="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b="1" noProof="0" smtClean="0">
                <a:solidFill>
                  <a:schemeClr val="tx1"/>
                </a:solidFill>
              </a:rPr>
              <a:t>25</a:t>
            </a:fld>
            <a:endParaRPr lang="fr-FR" b="1" noProof="0" dirty="0">
              <a:solidFill>
                <a:schemeClr val="tx1"/>
              </a:solidFill>
            </a:endParaRPr>
          </a:p>
        </p:txBody>
      </p:sp>
      <p:pic>
        <p:nvPicPr>
          <p:cNvPr id="10" name="Image 9"/>
          <p:cNvPicPr>
            <a:picLocks noChangeAspect="1"/>
          </p:cNvPicPr>
          <p:nvPr/>
        </p:nvPicPr>
        <p:blipFill>
          <a:blip r:embed="rId3"/>
          <a:stretch>
            <a:fillRect/>
          </a:stretch>
        </p:blipFill>
        <p:spPr>
          <a:xfrm>
            <a:off x="3142015" y="0"/>
            <a:ext cx="5907969" cy="6906394"/>
          </a:xfrm>
          <a:prstGeom prst="rect">
            <a:avLst/>
          </a:prstGeom>
        </p:spPr>
      </p:pic>
    </p:spTree>
    <p:extLst>
      <p:ext uri="{BB962C8B-B14F-4D97-AF65-F5344CB8AC3E}">
        <p14:creationId xmlns:p14="http://schemas.microsoft.com/office/powerpoint/2010/main" val="227013877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8"/>
                                        </p:tgtEl>
                                        <p:attrNameLst>
                                          <p:attrName>ppt_x</p:attrName>
                                        </p:attrNameLst>
                                      </p:cBhvr>
                                      <p:tavLst>
                                        <p:tav tm="0">
                                          <p:val>
                                            <p:strVal val="ppt_x"/>
                                          </p:val>
                                        </p:tav>
                                        <p:tav tm="100000">
                                          <p:val>
                                            <p:strVal val="ppt_x"/>
                                          </p:val>
                                        </p:tav>
                                      </p:tavLst>
                                    </p:anim>
                                    <p:anim calcmode="lin" valueType="num">
                                      <p:cBhvr additive="base">
                                        <p:cTn id="7" dur="500"/>
                                        <p:tgtEl>
                                          <p:spTgt spid="8"/>
                                        </p:tgtEl>
                                        <p:attrNameLst>
                                          <p:attrName>ppt_y</p:attrName>
                                        </p:attrNameLst>
                                      </p:cBhvr>
                                      <p:tavLst>
                                        <p:tav tm="0">
                                          <p:val>
                                            <p:strVal val="ppt_y"/>
                                          </p:val>
                                        </p:tav>
                                        <p:tav tm="100000">
                                          <p:val>
                                            <p:strVal val="1+ppt_h/2"/>
                                          </p:val>
                                        </p:tav>
                                      </p:tavLst>
                                    </p:anim>
                                    <p:set>
                                      <p:cBhvr>
                                        <p:cTn id="8" dur="1" fill="hold">
                                          <p:stCondLst>
                                            <p:cond delay="499"/>
                                          </p:stCondLst>
                                        </p:cTn>
                                        <p:tgtEl>
                                          <p:spTgt spid="8"/>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11"/>
                                        </p:tgtEl>
                                        <p:attrNameLst>
                                          <p:attrName>ppt_x</p:attrName>
                                        </p:attrNameLst>
                                      </p:cBhvr>
                                      <p:tavLst>
                                        <p:tav tm="0">
                                          <p:val>
                                            <p:strVal val="ppt_x"/>
                                          </p:val>
                                        </p:tav>
                                        <p:tav tm="100000">
                                          <p:val>
                                            <p:strVal val="ppt_x"/>
                                          </p:val>
                                        </p:tav>
                                      </p:tavLst>
                                    </p:anim>
                                    <p:anim calcmode="lin" valueType="num">
                                      <p:cBhvr additive="base">
                                        <p:cTn id="11" dur="500"/>
                                        <p:tgtEl>
                                          <p:spTgt spid="11"/>
                                        </p:tgtEl>
                                        <p:attrNameLst>
                                          <p:attrName>ppt_y</p:attrName>
                                        </p:attrNameLst>
                                      </p:cBhvr>
                                      <p:tavLst>
                                        <p:tav tm="0">
                                          <p:val>
                                            <p:strVal val="ppt_y"/>
                                          </p:val>
                                        </p:tav>
                                        <p:tav tm="100000">
                                          <p:val>
                                            <p:strVal val="1+ppt_h/2"/>
                                          </p:val>
                                        </p:tav>
                                      </p:tavLst>
                                    </p:anim>
                                    <p:set>
                                      <p:cBhvr>
                                        <p:cTn id="12" dur="1" fill="hold">
                                          <p:stCondLst>
                                            <p:cond delay="499"/>
                                          </p:stCondLst>
                                        </p:cTn>
                                        <p:tgtEl>
                                          <p:spTgt spid="11"/>
                                        </p:tgtEl>
                                        <p:attrNameLst>
                                          <p:attrName>style.visibility</p:attrName>
                                        </p:attrNameLst>
                                      </p:cBhvr>
                                      <p:to>
                                        <p:strVal val="hidden"/>
                                      </p:to>
                                    </p:set>
                                  </p:childTnLst>
                                </p:cTn>
                              </p:par>
                              <p:par>
                                <p:cTn id="13" presetID="2" presetClass="exit" presetSubtype="4" fill="hold" nodeType="withEffect">
                                  <p:stCondLst>
                                    <p:cond delay="0"/>
                                  </p:stCondLst>
                                  <p:childTnLst>
                                    <p:anim calcmode="lin" valueType="num">
                                      <p:cBhvr additive="base">
                                        <p:cTn id="14" dur="500"/>
                                        <p:tgtEl>
                                          <p:spTgt spid="14"/>
                                        </p:tgtEl>
                                        <p:attrNameLst>
                                          <p:attrName>ppt_x</p:attrName>
                                        </p:attrNameLst>
                                      </p:cBhvr>
                                      <p:tavLst>
                                        <p:tav tm="0">
                                          <p:val>
                                            <p:strVal val="ppt_x"/>
                                          </p:val>
                                        </p:tav>
                                        <p:tav tm="100000">
                                          <p:val>
                                            <p:strVal val="ppt_x"/>
                                          </p:val>
                                        </p:tav>
                                      </p:tavLst>
                                    </p:anim>
                                    <p:anim calcmode="lin" valueType="num">
                                      <p:cBhvr additive="base">
                                        <p:cTn id="15" dur="500"/>
                                        <p:tgtEl>
                                          <p:spTgt spid="14"/>
                                        </p:tgtEl>
                                        <p:attrNameLst>
                                          <p:attrName>ppt_y</p:attrName>
                                        </p:attrNameLst>
                                      </p:cBhvr>
                                      <p:tavLst>
                                        <p:tav tm="0">
                                          <p:val>
                                            <p:strVal val="ppt_y"/>
                                          </p:val>
                                        </p:tav>
                                        <p:tav tm="100000">
                                          <p:val>
                                            <p:strVal val="1+ppt_h/2"/>
                                          </p:val>
                                        </p:tav>
                                      </p:tavLst>
                                    </p:anim>
                                    <p:set>
                                      <p:cBhvr>
                                        <p:cTn id="16" dur="1" fill="hold">
                                          <p:stCondLst>
                                            <p:cond delay="499"/>
                                          </p:stCondLst>
                                        </p:cTn>
                                        <p:tgtEl>
                                          <p:spTgt spid="14"/>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5"/>
                                        </p:tgtEl>
                                        <p:attrNameLst>
                                          <p:attrName>ppt_x</p:attrName>
                                        </p:attrNameLst>
                                      </p:cBhvr>
                                      <p:tavLst>
                                        <p:tav tm="0">
                                          <p:val>
                                            <p:strVal val="ppt_x"/>
                                          </p:val>
                                        </p:tav>
                                        <p:tav tm="100000">
                                          <p:val>
                                            <p:strVal val="ppt_x"/>
                                          </p:val>
                                        </p:tav>
                                      </p:tavLst>
                                    </p:anim>
                                    <p:anim calcmode="lin" valueType="num">
                                      <p:cBhvr additive="base">
                                        <p:cTn id="19" dur="500"/>
                                        <p:tgtEl>
                                          <p:spTgt spid="5"/>
                                        </p:tgtEl>
                                        <p:attrNameLst>
                                          <p:attrName>ppt_y</p:attrName>
                                        </p:attrNameLst>
                                      </p:cBhvr>
                                      <p:tavLst>
                                        <p:tav tm="0">
                                          <p:val>
                                            <p:strVal val="ppt_y"/>
                                          </p:val>
                                        </p:tav>
                                        <p:tav tm="100000">
                                          <p:val>
                                            <p:strVal val="1+ppt_h/2"/>
                                          </p:val>
                                        </p:tav>
                                      </p:tavLst>
                                    </p:anim>
                                    <p:set>
                                      <p:cBhvr>
                                        <p:cTn id="20" dur="1" fill="hold">
                                          <p:stCondLst>
                                            <p:cond delay="499"/>
                                          </p:stCondLst>
                                        </p:cTn>
                                        <p:tgtEl>
                                          <p:spTgt spid="5"/>
                                        </p:tgtEl>
                                        <p:attrNameLst>
                                          <p:attrName>style.visibility</p:attrName>
                                        </p:attrNameLst>
                                      </p:cBhvr>
                                      <p:to>
                                        <p:strVal val="hidden"/>
                                      </p:to>
                                    </p:set>
                                  </p:childTnLst>
                                </p:cTn>
                              </p:par>
                              <p:par>
                                <p:cTn id="21" presetID="42" presetClass="entr" presetSubtype="0" fill="hold" nodeType="withEffect">
                                  <p:stCondLst>
                                    <p:cond delay="0"/>
                                  </p:stCondLst>
                                  <p:childTnLst>
                                    <p:set>
                                      <p:cBhvr>
                                        <p:cTn id="22" dur="1" fill="hold">
                                          <p:stCondLst>
                                            <p:cond delay="0"/>
                                          </p:stCondLst>
                                        </p:cTn>
                                        <p:tgtEl>
                                          <p:spTgt spid="10"/>
                                        </p:tgtEl>
                                        <p:attrNameLst>
                                          <p:attrName>style.visibility</p:attrName>
                                        </p:attrNameLst>
                                      </p:cBhvr>
                                      <p:to>
                                        <p:strVal val="visible"/>
                                      </p:to>
                                    </p:set>
                                    <p:animEffect transition="in" filter="fade">
                                      <p:cBhvr>
                                        <p:cTn id="23" dur="1000"/>
                                        <p:tgtEl>
                                          <p:spTgt spid="10"/>
                                        </p:tgtEl>
                                      </p:cBhvr>
                                    </p:animEffect>
                                    <p:anim calcmode="lin" valueType="num">
                                      <p:cBhvr>
                                        <p:cTn id="24" dur="1000" fill="hold"/>
                                        <p:tgtEl>
                                          <p:spTgt spid="10"/>
                                        </p:tgtEl>
                                        <p:attrNameLst>
                                          <p:attrName>ppt_x</p:attrName>
                                        </p:attrNameLst>
                                      </p:cBhvr>
                                      <p:tavLst>
                                        <p:tav tm="0">
                                          <p:val>
                                            <p:strVal val="#ppt_x"/>
                                          </p:val>
                                        </p:tav>
                                        <p:tav tm="100000">
                                          <p:val>
                                            <p:strVal val="#ppt_x"/>
                                          </p:val>
                                        </p:tav>
                                      </p:tavLst>
                                    </p:anim>
                                    <p:anim calcmode="lin" valueType="num">
                                      <p:cBhvr>
                                        <p:cTn id="2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 grpId="0"/>
    </p:bld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dirty="0" smtClean="0">
                <a:solidFill>
                  <a:schemeClr val="tx1">
                    <a:lumMod val="75000"/>
                    <a:lumOff val="25000"/>
                  </a:schemeClr>
                </a:solidFill>
              </a:rPr>
              <a:t>Annexes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457864" y="1276581"/>
            <a:ext cx="7276287" cy="2123658"/>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Maquettes création </a:t>
            </a:r>
          </a:p>
          <a:p>
            <a:pPr algn="ctr"/>
            <a:r>
              <a:rPr lang="fr-FR" sz="6600" b="1" dirty="0">
                <a:solidFill>
                  <a:schemeClr val="tx1">
                    <a:lumMod val="75000"/>
                    <a:lumOff val="25000"/>
                  </a:schemeClr>
                </a:solidFill>
                <a:latin typeface="Calibri" panose="020F0502020204030204" pitchFamily="34" charset="0"/>
                <a:cs typeface="Calibri" panose="020F0502020204030204" pitchFamily="34" charset="0"/>
              </a:rPr>
              <a:t>d</a:t>
            </a: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e missions</a:t>
            </a:r>
            <a:endParaRPr lang="fr-FR" sz="4000" b="1" dirty="0" smtClean="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b="1" noProof="0" smtClean="0">
                <a:solidFill>
                  <a:schemeClr val="tx1"/>
                </a:solidFill>
              </a:rPr>
              <a:t>26</a:t>
            </a:fld>
            <a:endParaRPr lang="fr-FR" b="1" noProof="0" dirty="0">
              <a:solidFill>
                <a:schemeClr val="tx1"/>
              </a:solidFill>
            </a:endParaRPr>
          </a:p>
        </p:txBody>
      </p:sp>
      <p:pic>
        <p:nvPicPr>
          <p:cNvPr id="3" name="Imag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465469" y="0"/>
            <a:ext cx="2268682" cy="6858000"/>
          </a:xfrm>
          <a:prstGeom prst="rect">
            <a:avLst/>
          </a:prstGeom>
        </p:spPr>
      </p:pic>
      <p:pic>
        <p:nvPicPr>
          <p:cNvPr id="4" name="Imag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322382" y="0"/>
            <a:ext cx="2216442" cy="6858000"/>
          </a:xfrm>
          <a:prstGeom prst="rect">
            <a:avLst/>
          </a:prstGeom>
        </p:spPr>
      </p:pic>
    </p:spTree>
    <p:extLst>
      <p:ext uri="{BB962C8B-B14F-4D97-AF65-F5344CB8AC3E}">
        <p14:creationId xmlns:p14="http://schemas.microsoft.com/office/powerpoint/2010/main" val="13816556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8"/>
                                        </p:tgtEl>
                                        <p:attrNameLst>
                                          <p:attrName>ppt_x</p:attrName>
                                        </p:attrNameLst>
                                      </p:cBhvr>
                                      <p:tavLst>
                                        <p:tav tm="0">
                                          <p:val>
                                            <p:strVal val="ppt_x"/>
                                          </p:val>
                                        </p:tav>
                                        <p:tav tm="100000">
                                          <p:val>
                                            <p:strVal val="ppt_x"/>
                                          </p:val>
                                        </p:tav>
                                      </p:tavLst>
                                    </p:anim>
                                    <p:anim calcmode="lin" valueType="num">
                                      <p:cBhvr additive="base">
                                        <p:cTn id="7" dur="500"/>
                                        <p:tgtEl>
                                          <p:spTgt spid="8"/>
                                        </p:tgtEl>
                                        <p:attrNameLst>
                                          <p:attrName>ppt_y</p:attrName>
                                        </p:attrNameLst>
                                      </p:cBhvr>
                                      <p:tavLst>
                                        <p:tav tm="0">
                                          <p:val>
                                            <p:strVal val="ppt_y"/>
                                          </p:val>
                                        </p:tav>
                                        <p:tav tm="100000">
                                          <p:val>
                                            <p:strVal val="1+ppt_h/2"/>
                                          </p:val>
                                        </p:tav>
                                      </p:tavLst>
                                    </p:anim>
                                    <p:set>
                                      <p:cBhvr>
                                        <p:cTn id="8" dur="1" fill="hold">
                                          <p:stCondLst>
                                            <p:cond delay="499"/>
                                          </p:stCondLst>
                                        </p:cTn>
                                        <p:tgtEl>
                                          <p:spTgt spid="8"/>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11"/>
                                        </p:tgtEl>
                                        <p:attrNameLst>
                                          <p:attrName>ppt_x</p:attrName>
                                        </p:attrNameLst>
                                      </p:cBhvr>
                                      <p:tavLst>
                                        <p:tav tm="0">
                                          <p:val>
                                            <p:strVal val="ppt_x"/>
                                          </p:val>
                                        </p:tav>
                                        <p:tav tm="100000">
                                          <p:val>
                                            <p:strVal val="ppt_x"/>
                                          </p:val>
                                        </p:tav>
                                      </p:tavLst>
                                    </p:anim>
                                    <p:anim calcmode="lin" valueType="num">
                                      <p:cBhvr additive="base">
                                        <p:cTn id="11" dur="500"/>
                                        <p:tgtEl>
                                          <p:spTgt spid="11"/>
                                        </p:tgtEl>
                                        <p:attrNameLst>
                                          <p:attrName>ppt_y</p:attrName>
                                        </p:attrNameLst>
                                      </p:cBhvr>
                                      <p:tavLst>
                                        <p:tav tm="0">
                                          <p:val>
                                            <p:strVal val="ppt_y"/>
                                          </p:val>
                                        </p:tav>
                                        <p:tav tm="100000">
                                          <p:val>
                                            <p:strVal val="1+ppt_h/2"/>
                                          </p:val>
                                        </p:tav>
                                      </p:tavLst>
                                    </p:anim>
                                    <p:set>
                                      <p:cBhvr>
                                        <p:cTn id="12" dur="1" fill="hold">
                                          <p:stCondLst>
                                            <p:cond delay="499"/>
                                          </p:stCondLst>
                                        </p:cTn>
                                        <p:tgtEl>
                                          <p:spTgt spid="11"/>
                                        </p:tgtEl>
                                        <p:attrNameLst>
                                          <p:attrName>style.visibility</p:attrName>
                                        </p:attrNameLst>
                                      </p:cBhvr>
                                      <p:to>
                                        <p:strVal val="hidden"/>
                                      </p:to>
                                    </p:set>
                                  </p:childTnLst>
                                </p:cTn>
                              </p:par>
                              <p:par>
                                <p:cTn id="13" presetID="2" presetClass="exit" presetSubtype="4" fill="hold" nodeType="withEffect">
                                  <p:stCondLst>
                                    <p:cond delay="0"/>
                                  </p:stCondLst>
                                  <p:childTnLst>
                                    <p:anim calcmode="lin" valueType="num">
                                      <p:cBhvr additive="base">
                                        <p:cTn id="14" dur="500"/>
                                        <p:tgtEl>
                                          <p:spTgt spid="14"/>
                                        </p:tgtEl>
                                        <p:attrNameLst>
                                          <p:attrName>ppt_x</p:attrName>
                                        </p:attrNameLst>
                                      </p:cBhvr>
                                      <p:tavLst>
                                        <p:tav tm="0">
                                          <p:val>
                                            <p:strVal val="ppt_x"/>
                                          </p:val>
                                        </p:tav>
                                        <p:tav tm="100000">
                                          <p:val>
                                            <p:strVal val="ppt_x"/>
                                          </p:val>
                                        </p:tav>
                                      </p:tavLst>
                                    </p:anim>
                                    <p:anim calcmode="lin" valueType="num">
                                      <p:cBhvr additive="base">
                                        <p:cTn id="15" dur="500"/>
                                        <p:tgtEl>
                                          <p:spTgt spid="14"/>
                                        </p:tgtEl>
                                        <p:attrNameLst>
                                          <p:attrName>ppt_y</p:attrName>
                                        </p:attrNameLst>
                                      </p:cBhvr>
                                      <p:tavLst>
                                        <p:tav tm="0">
                                          <p:val>
                                            <p:strVal val="ppt_y"/>
                                          </p:val>
                                        </p:tav>
                                        <p:tav tm="100000">
                                          <p:val>
                                            <p:strVal val="1+ppt_h/2"/>
                                          </p:val>
                                        </p:tav>
                                      </p:tavLst>
                                    </p:anim>
                                    <p:set>
                                      <p:cBhvr>
                                        <p:cTn id="16" dur="1" fill="hold">
                                          <p:stCondLst>
                                            <p:cond delay="499"/>
                                          </p:stCondLst>
                                        </p:cTn>
                                        <p:tgtEl>
                                          <p:spTgt spid="14"/>
                                        </p:tgtEl>
                                        <p:attrNameLst>
                                          <p:attrName>style.visibility</p:attrName>
                                        </p:attrNameLst>
                                      </p:cBhvr>
                                      <p:to>
                                        <p:strVal val="hidden"/>
                                      </p:to>
                                    </p:set>
                                  </p:childTnLst>
                                </p:cTn>
                              </p:par>
                              <p:par>
                                <p:cTn id="17" presetID="2" presetClass="exit" presetSubtype="4" fill="hold" grpId="0" nodeType="withEffect">
                                  <p:stCondLst>
                                    <p:cond delay="0"/>
                                  </p:stCondLst>
                                  <p:childTnLst>
                                    <p:anim calcmode="lin" valueType="num">
                                      <p:cBhvr additive="base">
                                        <p:cTn id="18" dur="500"/>
                                        <p:tgtEl>
                                          <p:spTgt spid="5"/>
                                        </p:tgtEl>
                                        <p:attrNameLst>
                                          <p:attrName>ppt_x</p:attrName>
                                        </p:attrNameLst>
                                      </p:cBhvr>
                                      <p:tavLst>
                                        <p:tav tm="0">
                                          <p:val>
                                            <p:strVal val="ppt_x"/>
                                          </p:val>
                                        </p:tav>
                                        <p:tav tm="100000">
                                          <p:val>
                                            <p:strVal val="ppt_x"/>
                                          </p:val>
                                        </p:tav>
                                      </p:tavLst>
                                    </p:anim>
                                    <p:anim calcmode="lin" valueType="num">
                                      <p:cBhvr additive="base">
                                        <p:cTn id="19" dur="500"/>
                                        <p:tgtEl>
                                          <p:spTgt spid="5"/>
                                        </p:tgtEl>
                                        <p:attrNameLst>
                                          <p:attrName>ppt_y</p:attrName>
                                        </p:attrNameLst>
                                      </p:cBhvr>
                                      <p:tavLst>
                                        <p:tav tm="0">
                                          <p:val>
                                            <p:strVal val="ppt_y"/>
                                          </p:val>
                                        </p:tav>
                                        <p:tav tm="100000">
                                          <p:val>
                                            <p:strVal val="1+ppt_h/2"/>
                                          </p:val>
                                        </p:tav>
                                      </p:tavLst>
                                    </p:anim>
                                    <p:set>
                                      <p:cBhvr>
                                        <p:cTn id="20" dur="1" fill="hold">
                                          <p:stCondLst>
                                            <p:cond delay="499"/>
                                          </p:stCondLst>
                                        </p:cTn>
                                        <p:tgtEl>
                                          <p:spTgt spid="5"/>
                                        </p:tgtEl>
                                        <p:attrNameLst>
                                          <p:attrName>style.visibility</p:attrName>
                                        </p:attrNameLst>
                                      </p:cBhvr>
                                      <p:to>
                                        <p:strVal val="hidden"/>
                                      </p:to>
                                    </p:set>
                                  </p:childTnLst>
                                </p:cTn>
                              </p:par>
                              <p:par>
                                <p:cTn id="21" presetID="42" presetClass="entr" presetSubtype="0" fill="hold" nodeType="withEffect">
                                  <p:stCondLst>
                                    <p:cond delay="0"/>
                                  </p:stCondLst>
                                  <p:childTnLst>
                                    <p:set>
                                      <p:cBhvr>
                                        <p:cTn id="22" dur="1" fill="hold">
                                          <p:stCondLst>
                                            <p:cond delay="0"/>
                                          </p:stCondLst>
                                        </p:cTn>
                                        <p:tgtEl>
                                          <p:spTgt spid="4"/>
                                        </p:tgtEl>
                                        <p:attrNameLst>
                                          <p:attrName>style.visibility</p:attrName>
                                        </p:attrNameLst>
                                      </p:cBhvr>
                                      <p:to>
                                        <p:strVal val="visible"/>
                                      </p:to>
                                    </p:set>
                                    <p:animEffect transition="in" filter="fade">
                                      <p:cBhvr>
                                        <p:cTn id="23" dur="1000"/>
                                        <p:tgtEl>
                                          <p:spTgt spid="4"/>
                                        </p:tgtEl>
                                      </p:cBhvr>
                                    </p:animEffect>
                                    <p:anim calcmode="lin" valueType="num">
                                      <p:cBhvr>
                                        <p:cTn id="24" dur="1000" fill="hold"/>
                                        <p:tgtEl>
                                          <p:spTgt spid="4"/>
                                        </p:tgtEl>
                                        <p:attrNameLst>
                                          <p:attrName>ppt_x</p:attrName>
                                        </p:attrNameLst>
                                      </p:cBhvr>
                                      <p:tavLst>
                                        <p:tav tm="0">
                                          <p:val>
                                            <p:strVal val="#ppt_x"/>
                                          </p:val>
                                        </p:tav>
                                        <p:tav tm="100000">
                                          <p:val>
                                            <p:strVal val="#ppt_x"/>
                                          </p:val>
                                        </p:tav>
                                      </p:tavLst>
                                    </p:anim>
                                    <p:anim calcmode="lin" valueType="num">
                                      <p:cBhvr>
                                        <p:cTn id="25" dur="1000" fill="hold"/>
                                        <p:tgtEl>
                                          <p:spTgt spid="4"/>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3"/>
                                        </p:tgtEl>
                                        <p:attrNameLst>
                                          <p:attrName>style.visibility</p:attrName>
                                        </p:attrNameLst>
                                      </p:cBhvr>
                                      <p:to>
                                        <p:strVal val="visible"/>
                                      </p:to>
                                    </p:set>
                                    <p:animEffect transition="in" filter="fade">
                                      <p:cBhvr>
                                        <p:cTn id="28" dur="1000"/>
                                        <p:tgtEl>
                                          <p:spTgt spid="3"/>
                                        </p:tgtEl>
                                      </p:cBhvr>
                                    </p:animEffect>
                                    <p:anim calcmode="lin" valueType="num">
                                      <p:cBhvr>
                                        <p:cTn id="29" dur="1000" fill="hold"/>
                                        <p:tgtEl>
                                          <p:spTgt spid="3"/>
                                        </p:tgtEl>
                                        <p:attrNameLst>
                                          <p:attrName>ppt_x</p:attrName>
                                        </p:attrNameLst>
                                      </p:cBhvr>
                                      <p:tavLst>
                                        <p:tav tm="0">
                                          <p:val>
                                            <p:strVal val="#ppt_x"/>
                                          </p:val>
                                        </p:tav>
                                        <p:tav tm="100000">
                                          <p:val>
                                            <p:strVal val="#ppt_x"/>
                                          </p:val>
                                        </p:tav>
                                      </p:tavLst>
                                    </p:anim>
                                    <p:anim calcmode="lin" valueType="num">
                                      <p:cBhvr>
                                        <p:cTn id="30" dur="1000" fill="hold"/>
                                        <p:tgtEl>
                                          <p:spTgt spid="3"/>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 grpId="0"/>
    </p:bld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re 8" hidden="1">
            <a:extLst>
              <a:ext uri="{FF2B5EF4-FFF2-40B4-BE49-F238E27FC236}">
                <a16:creationId xmlns:a16="http://schemas.microsoft.com/office/drawing/2014/main" id="{9FDB6406-0CDB-4213-A1B6-DE47D953FED3}"/>
              </a:ext>
            </a:extLst>
          </p:cNvPr>
          <p:cNvSpPr>
            <a:spLocks noGrp="1"/>
          </p:cNvSpPr>
          <p:nvPr>
            <p:ph type="title" idx="4294967295"/>
          </p:nvPr>
        </p:nvSpPr>
        <p:spPr>
          <a:xfrm>
            <a:off x="0" y="365125"/>
            <a:ext cx="10515600" cy="1325563"/>
          </a:xfrm>
        </p:spPr>
        <p:txBody>
          <a:bodyPr rtlCol="0"/>
          <a:lstStyle/>
          <a:p>
            <a:r>
              <a:rPr lang="fr-FR" dirty="0"/>
              <a:t>Analyse du projet : diapositive </a:t>
            </a:r>
            <a:r>
              <a:rPr lang="fr" dirty="0"/>
              <a:t>3</a:t>
            </a:r>
          </a:p>
        </p:txBody>
      </p:sp>
      <p:cxnSp>
        <p:nvCxnSpPr>
          <p:cNvPr id="8" name="Connecteur droit 7">
            <a:extLst>
              <a:ext uri="{FF2B5EF4-FFF2-40B4-BE49-F238E27FC236}">
                <a16:creationId xmlns:a16="http://schemas.microsoft.com/office/drawing/2014/main" id="{D0986099-F5F2-4E8B-BE17-81194861A00C}"/>
              </a:ext>
              <a:ext uri="{C183D7F6-B498-43B3-948B-1728B52AA6E4}">
                <adec:decorative xmlns="" xmlns:adec="http://schemas.microsoft.com/office/drawing/2017/decorative" val="1"/>
              </a:ext>
            </a:extLst>
          </p:cNvPr>
          <p:cNvCxnSpPr>
            <a:cxnSpLocks/>
          </p:cNvCxnSpPr>
          <p:nvPr/>
        </p:nvCxnSpPr>
        <p:spPr>
          <a:xfrm>
            <a:off x="8105775" y="522898"/>
            <a:ext cx="4086225" cy="0"/>
          </a:xfrm>
          <a:prstGeom prst="line">
            <a:avLst/>
          </a:prstGeom>
          <a:ln>
            <a:solidFill>
              <a:schemeClr val="accent3">
                <a:lumMod val="50000"/>
              </a:schemeClr>
            </a:solidFill>
            <a:headEnd type="oval"/>
          </a:ln>
        </p:spPr>
        <p:style>
          <a:lnRef idx="1">
            <a:schemeClr val="accent1"/>
          </a:lnRef>
          <a:fillRef idx="0">
            <a:schemeClr val="accent1"/>
          </a:fillRef>
          <a:effectRef idx="0">
            <a:schemeClr val="accent1"/>
          </a:effectRef>
          <a:fontRef idx="minor">
            <a:schemeClr val="tx1"/>
          </a:fontRef>
        </p:style>
      </p:cxnSp>
      <p:sp>
        <p:nvSpPr>
          <p:cNvPr id="11" name="Titre 1">
            <a:extLst>
              <a:ext uri="{FF2B5EF4-FFF2-40B4-BE49-F238E27FC236}">
                <a16:creationId xmlns:a16="http://schemas.microsoft.com/office/drawing/2014/main" id="{4E3F5479-058B-4FA8-92E9-18CAB8CDC5C5}"/>
              </a:ext>
            </a:extLst>
          </p:cNvPr>
          <p:cNvSpPr txBox="1">
            <a:spLocks/>
          </p:cNvSpPr>
          <p:nvPr/>
        </p:nvSpPr>
        <p:spPr>
          <a:xfrm>
            <a:off x="228600" y="190500"/>
            <a:ext cx="11734800" cy="387798"/>
          </a:xfrm>
          <a:prstGeom prst="rect">
            <a:avLst/>
          </a:prstGeom>
        </p:spPr>
        <p:txBody>
          <a:bodyPr vert="horz" wrap="square" lIns="0" tIns="0" rIns="0" bIns="0" rtlCol="0" anchor="t">
            <a:spAutoFit/>
          </a:bodyPr>
          <a:lstStyle>
            <a:lvl1pPr algn="l" defTabSz="914400" rtl="0" eaLnBrk="1" latinLnBrk="0" hangingPunct="1">
              <a:lnSpc>
                <a:spcPct val="90000"/>
              </a:lnSpc>
              <a:spcBef>
                <a:spcPct val="0"/>
              </a:spcBef>
              <a:buNone/>
              <a:defRPr sz="4400" kern="1200">
                <a:solidFill>
                  <a:schemeClr val="tx1"/>
                </a:solidFill>
                <a:latin typeface="+mj-lt"/>
                <a:ea typeface="+mj-ea"/>
                <a:cs typeface="+mj-cs"/>
              </a:defRPr>
            </a:lvl1pPr>
          </a:lstStyle>
          <a:p>
            <a:pPr algn="ctr"/>
            <a:r>
              <a:rPr lang="fr-FR" sz="2800" b="1" smtClean="0">
                <a:solidFill>
                  <a:schemeClr val="tx1">
                    <a:lumMod val="75000"/>
                    <a:lumOff val="25000"/>
                  </a:schemeClr>
                </a:solidFill>
              </a:rPr>
              <a:t>Annexes</a:t>
            </a:r>
            <a:endParaRPr lang="fr-FR" sz="2800" dirty="0">
              <a:solidFill>
                <a:schemeClr val="tx1">
                  <a:lumMod val="75000"/>
                  <a:lumOff val="25000"/>
                </a:schemeClr>
              </a:solidFill>
            </a:endParaRPr>
          </a:p>
        </p:txBody>
      </p:sp>
      <p:cxnSp>
        <p:nvCxnSpPr>
          <p:cNvPr id="14" name="Connecteur droit 13">
            <a:extLst>
              <a:ext uri="{FF2B5EF4-FFF2-40B4-BE49-F238E27FC236}">
                <a16:creationId xmlns:a16="http://schemas.microsoft.com/office/drawing/2014/main" id="{83E690F4-843A-47A5-8620-4FB01C0D8E68}"/>
              </a:ext>
              <a:ext uri="{C183D7F6-B498-43B3-948B-1728B52AA6E4}">
                <adec:decorative xmlns="" xmlns:adec="http://schemas.microsoft.com/office/drawing/2017/decorative" val="1"/>
              </a:ext>
            </a:extLst>
          </p:cNvPr>
          <p:cNvCxnSpPr>
            <a:cxnSpLocks/>
          </p:cNvCxnSpPr>
          <p:nvPr/>
        </p:nvCxnSpPr>
        <p:spPr>
          <a:xfrm>
            <a:off x="0" y="522898"/>
            <a:ext cx="4086225" cy="0"/>
          </a:xfrm>
          <a:prstGeom prst="line">
            <a:avLst/>
          </a:prstGeom>
          <a:ln>
            <a:solidFill>
              <a:schemeClr val="accent3">
                <a:lumMod val="50000"/>
              </a:schemeClr>
            </a:solidFill>
            <a:tailEnd type="oval"/>
          </a:ln>
        </p:spPr>
        <p:style>
          <a:lnRef idx="1">
            <a:schemeClr val="accent1"/>
          </a:lnRef>
          <a:fillRef idx="0">
            <a:schemeClr val="accent1"/>
          </a:fillRef>
          <a:effectRef idx="0">
            <a:schemeClr val="accent1"/>
          </a:effectRef>
          <a:fontRef idx="minor">
            <a:schemeClr val="tx1"/>
          </a:fontRef>
        </p:style>
      </p:cxnSp>
      <p:sp>
        <p:nvSpPr>
          <p:cNvPr id="5" name="Rectangle 4"/>
          <p:cNvSpPr/>
          <p:nvPr/>
        </p:nvSpPr>
        <p:spPr>
          <a:xfrm>
            <a:off x="2746279" y="1276581"/>
            <a:ext cx="6699463" cy="1107996"/>
          </a:xfrm>
          <a:prstGeom prst="rect">
            <a:avLst/>
          </a:prstGeom>
        </p:spPr>
        <p:txBody>
          <a:bodyPr wrap="none">
            <a:spAutoFit/>
          </a:bodyPr>
          <a:lstStyle/>
          <a:p>
            <a:pPr algn="ctr"/>
            <a:r>
              <a:rPr lang="fr-FR" sz="6600" b="1" dirty="0" smtClean="0">
                <a:solidFill>
                  <a:schemeClr val="tx1">
                    <a:lumMod val="75000"/>
                    <a:lumOff val="25000"/>
                  </a:schemeClr>
                </a:solidFill>
                <a:latin typeface="Calibri" panose="020F0502020204030204" pitchFamily="34" charset="0"/>
                <a:cs typeface="Calibri" panose="020F0502020204030204" pitchFamily="34" charset="0"/>
              </a:rPr>
              <a:t>Matrice de risques</a:t>
            </a:r>
            <a:endParaRPr lang="fr-FR" sz="4000" b="1" dirty="0" smtClean="0">
              <a:solidFill>
                <a:schemeClr val="tx1">
                  <a:lumMod val="75000"/>
                  <a:lumOff val="25000"/>
                </a:schemeClr>
              </a:solidFill>
              <a:latin typeface="Calibri" panose="020F0502020204030204" pitchFamily="34" charset="0"/>
              <a:cs typeface="Calibri" panose="020F0502020204030204" pitchFamily="34" charset="0"/>
            </a:endParaRPr>
          </a:p>
        </p:txBody>
      </p:sp>
      <p:sp>
        <p:nvSpPr>
          <p:cNvPr id="2" name="Espace réservé du numéro de diapositive 1"/>
          <p:cNvSpPr>
            <a:spLocks noGrp="1"/>
          </p:cNvSpPr>
          <p:nvPr>
            <p:ph type="sldNum" sz="quarter" idx="12"/>
          </p:nvPr>
        </p:nvSpPr>
        <p:spPr/>
        <p:txBody>
          <a:bodyPr/>
          <a:lstStyle/>
          <a:p>
            <a:pPr rtl="0"/>
            <a:fld id="{06FEDF93-2BFD-41CA-ABC7-B039102F3792}" type="slidenum">
              <a:rPr lang="fr-FR" noProof="0" smtClean="0"/>
              <a:t>27</a:t>
            </a:fld>
            <a:endParaRPr lang="fr-FR" noProof="0" dirty="0"/>
          </a:p>
        </p:txBody>
      </p:sp>
      <p:graphicFrame>
        <p:nvGraphicFramePr>
          <p:cNvPr id="3" name="Tableau 2"/>
          <p:cNvGraphicFramePr>
            <a:graphicFrameLocks noGrp="1"/>
          </p:cNvGraphicFramePr>
          <p:nvPr>
            <p:extLst>
              <p:ext uri="{D42A27DB-BD31-4B8C-83A1-F6EECF244321}">
                <p14:modId xmlns:p14="http://schemas.microsoft.com/office/powerpoint/2010/main" val="77998932"/>
              </p:ext>
            </p:extLst>
          </p:nvPr>
        </p:nvGraphicFramePr>
        <p:xfrm>
          <a:off x="107132" y="670695"/>
          <a:ext cx="6243685" cy="6182679"/>
        </p:xfrm>
        <a:graphic>
          <a:graphicData uri="http://schemas.openxmlformats.org/drawingml/2006/table">
            <a:tbl>
              <a:tblPr>
                <a:tableStyleId>{5C22544A-7EE6-4342-B048-85BDC9FD1C3A}</a:tableStyleId>
              </a:tblPr>
              <a:tblGrid>
                <a:gridCol w="1248737">
                  <a:extLst>
                    <a:ext uri="{9D8B030D-6E8A-4147-A177-3AD203B41FA5}">
                      <a16:colId xmlns:a16="http://schemas.microsoft.com/office/drawing/2014/main" val="1476058261"/>
                    </a:ext>
                  </a:extLst>
                </a:gridCol>
                <a:gridCol w="1248737">
                  <a:extLst>
                    <a:ext uri="{9D8B030D-6E8A-4147-A177-3AD203B41FA5}">
                      <a16:colId xmlns:a16="http://schemas.microsoft.com/office/drawing/2014/main" val="1982197847"/>
                    </a:ext>
                  </a:extLst>
                </a:gridCol>
                <a:gridCol w="1248737">
                  <a:extLst>
                    <a:ext uri="{9D8B030D-6E8A-4147-A177-3AD203B41FA5}">
                      <a16:colId xmlns:a16="http://schemas.microsoft.com/office/drawing/2014/main" val="3370579758"/>
                    </a:ext>
                  </a:extLst>
                </a:gridCol>
                <a:gridCol w="1248737">
                  <a:extLst>
                    <a:ext uri="{9D8B030D-6E8A-4147-A177-3AD203B41FA5}">
                      <a16:colId xmlns:a16="http://schemas.microsoft.com/office/drawing/2014/main" val="3906611718"/>
                    </a:ext>
                  </a:extLst>
                </a:gridCol>
                <a:gridCol w="1248737">
                  <a:extLst>
                    <a:ext uri="{9D8B030D-6E8A-4147-A177-3AD203B41FA5}">
                      <a16:colId xmlns:a16="http://schemas.microsoft.com/office/drawing/2014/main" val="3059459886"/>
                    </a:ext>
                  </a:extLst>
                </a:gridCol>
              </a:tblGrid>
              <a:tr h="514619">
                <a:tc>
                  <a:txBody>
                    <a:bodyPr/>
                    <a:lstStyle/>
                    <a:p>
                      <a:pPr algn="ctr">
                        <a:lnSpc>
                          <a:spcPct val="115000"/>
                        </a:lnSpc>
                        <a:spcAft>
                          <a:spcPts val="0"/>
                        </a:spcAft>
                      </a:pPr>
                      <a:r>
                        <a:rPr lang="fr-FR" sz="1400" b="1" dirty="0">
                          <a:effectLst/>
                        </a:rPr>
                        <a:t>Risque n°</a:t>
                      </a:r>
                      <a:endParaRPr lang="fr-FR" sz="1400" b="1" dirty="0">
                        <a:effectLst/>
                        <a:latin typeface="Arial" panose="020B0604020202020204" pitchFamily="34" charset="0"/>
                        <a:ea typeface="Arial" panose="020B0604020202020204" pitchFamily="34" charset="0"/>
                      </a:endParaRPr>
                    </a:p>
                  </a:txBody>
                  <a:tcPr marL="63500" marR="63500" marT="63500" marB="63500"/>
                </a:tc>
                <a:tc>
                  <a:txBody>
                    <a:bodyPr/>
                    <a:lstStyle/>
                    <a:p>
                      <a:pPr algn="ctr">
                        <a:lnSpc>
                          <a:spcPct val="115000"/>
                        </a:lnSpc>
                        <a:spcAft>
                          <a:spcPts val="0"/>
                        </a:spcAft>
                      </a:pPr>
                      <a:r>
                        <a:rPr lang="fr-FR" sz="1400" b="1" dirty="0">
                          <a:effectLst/>
                        </a:rPr>
                        <a:t>Risques</a:t>
                      </a:r>
                      <a:endParaRPr lang="fr-FR" sz="1400" b="1" dirty="0">
                        <a:effectLst/>
                        <a:latin typeface="Arial" panose="020B0604020202020204" pitchFamily="34" charset="0"/>
                        <a:ea typeface="Arial" panose="020B0604020202020204" pitchFamily="34" charset="0"/>
                      </a:endParaRPr>
                    </a:p>
                  </a:txBody>
                  <a:tcPr marL="63500" marR="63500" marT="63500" marB="63500"/>
                </a:tc>
                <a:tc>
                  <a:txBody>
                    <a:bodyPr/>
                    <a:lstStyle/>
                    <a:p>
                      <a:pPr algn="ctr">
                        <a:lnSpc>
                          <a:spcPct val="115000"/>
                        </a:lnSpc>
                        <a:spcAft>
                          <a:spcPts val="0"/>
                        </a:spcAft>
                      </a:pPr>
                      <a:r>
                        <a:rPr lang="fr-FR" sz="1400" b="1" dirty="0">
                          <a:effectLst/>
                        </a:rPr>
                        <a:t>Probabilité</a:t>
                      </a:r>
                      <a:endParaRPr lang="fr-FR" sz="1400" b="1" dirty="0">
                        <a:effectLst/>
                        <a:latin typeface="Arial" panose="020B0604020202020204" pitchFamily="34" charset="0"/>
                        <a:ea typeface="Arial" panose="020B0604020202020204" pitchFamily="34" charset="0"/>
                      </a:endParaRPr>
                    </a:p>
                  </a:txBody>
                  <a:tcPr marL="63500" marR="63500" marT="63500" marB="63500"/>
                </a:tc>
                <a:tc>
                  <a:txBody>
                    <a:bodyPr/>
                    <a:lstStyle/>
                    <a:p>
                      <a:pPr algn="ctr">
                        <a:lnSpc>
                          <a:spcPct val="115000"/>
                        </a:lnSpc>
                        <a:spcAft>
                          <a:spcPts val="0"/>
                        </a:spcAft>
                      </a:pPr>
                      <a:r>
                        <a:rPr lang="fr-FR" sz="1400" b="1" dirty="0">
                          <a:effectLst/>
                        </a:rPr>
                        <a:t>Niveau de risque</a:t>
                      </a:r>
                      <a:endParaRPr lang="fr-FR" sz="1400" b="1" dirty="0">
                        <a:effectLst/>
                        <a:latin typeface="Arial" panose="020B0604020202020204" pitchFamily="34" charset="0"/>
                        <a:ea typeface="Arial" panose="020B0604020202020204" pitchFamily="34" charset="0"/>
                      </a:endParaRPr>
                    </a:p>
                  </a:txBody>
                  <a:tcPr marL="63500" marR="63500" marT="63500" marB="63500"/>
                </a:tc>
                <a:tc>
                  <a:txBody>
                    <a:bodyPr/>
                    <a:lstStyle/>
                    <a:p>
                      <a:pPr algn="ctr">
                        <a:lnSpc>
                          <a:spcPct val="115000"/>
                        </a:lnSpc>
                        <a:spcAft>
                          <a:spcPts val="0"/>
                        </a:spcAft>
                      </a:pPr>
                      <a:r>
                        <a:rPr lang="fr-FR" sz="1400" b="1" dirty="0">
                          <a:effectLst/>
                        </a:rPr>
                        <a:t>Plan d’action</a:t>
                      </a:r>
                      <a:endParaRPr lang="fr-FR" sz="1400" b="1" dirty="0">
                        <a:effectLst/>
                        <a:latin typeface="Arial" panose="020B0604020202020204" pitchFamily="34" charset="0"/>
                        <a:ea typeface="Arial" panose="020B0604020202020204" pitchFamily="34" charset="0"/>
                      </a:endParaRPr>
                    </a:p>
                  </a:txBody>
                  <a:tcPr marL="63500" marR="63500" marT="63500" marB="63500"/>
                </a:tc>
                <a:extLst>
                  <a:ext uri="{0D108BD9-81ED-4DB2-BD59-A6C34878D82A}">
                    <a16:rowId xmlns:a16="http://schemas.microsoft.com/office/drawing/2014/main" val="2602688522"/>
                  </a:ext>
                </a:extLst>
              </a:tr>
              <a:tr h="1871556">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R-1</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Statut flou des travailleurs</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2</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4</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Choisir un modèle </a:t>
                      </a:r>
                      <a:r>
                        <a:rPr lang="fr-FR" sz="1400" dirty="0" smtClean="0">
                          <a:effectLst/>
                          <a:latin typeface="Arial" panose="020B0604020202020204" pitchFamily="34" charset="0"/>
                          <a:cs typeface="Arial" panose="020B0604020202020204" pitchFamily="34" charset="0"/>
                        </a:rPr>
                        <a:t>clair: </a:t>
                      </a:r>
                      <a:r>
                        <a:rPr lang="fr-FR" sz="1400" dirty="0">
                          <a:effectLst/>
                          <a:latin typeface="Arial" panose="020B0604020202020204" pitchFamily="34" charset="0"/>
                          <a:cs typeface="Arial" panose="020B0604020202020204" pitchFamily="34" charset="0"/>
                        </a:rPr>
                        <a:t>contrat court ou micro entrepreneurs</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extLst>
                  <a:ext uri="{0D108BD9-81ED-4DB2-BD59-A6C34878D82A}">
                    <a16:rowId xmlns:a16="http://schemas.microsoft.com/office/drawing/2014/main" val="2618444610"/>
                  </a:ext>
                </a:extLst>
              </a:tr>
              <a:tr h="998655">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R-2</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Travailleurs peu fiables</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4</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2</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Système de notation / avis</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extLst>
                  <a:ext uri="{0D108BD9-81ED-4DB2-BD59-A6C34878D82A}">
                    <a16:rowId xmlns:a16="http://schemas.microsoft.com/office/drawing/2014/main" val="1514100996"/>
                  </a:ext>
                </a:extLst>
              </a:tr>
              <a:tr h="1580589">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R-3</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Fuite ou perte des données</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1</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5</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Sauvegardes régulières (GIT ou sur plusieurs machines)</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extLst>
                  <a:ext uri="{0D108BD9-81ED-4DB2-BD59-A6C34878D82A}">
                    <a16:rowId xmlns:a16="http://schemas.microsoft.com/office/drawing/2014/main" val="2987247779"/>
                  </a:ext>
                </a:extLst>
              </a:tr>
              <a:tr h="1135106">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R-4</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Performances réduites</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3</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3</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Test à chaque Update (</a:t>
                      </a:r>
                      <a:r>
                        <a:rPr lang="fr-FR" sz="1400" dirty="0" err="1">
                          <a:effectLst/>
                          <a:latin typeface="Arial" panose="020B0604020202020204" pitchFamily="34" charset="0"/>
                          <a:cs typeface="Arial" panose="020B0604020202020204" pitchFamily="34" charset="0"/>
                        </a:rPr>
                        <a:t>lighthouse</a:t>
                      </a:r>
                      <a:r>
                        <a:rPr lang="fr-FR" sz="1400" dirty="0">
                          <a:effectLst/>
                          <a:latin typeface="Arial" panose="020B0604020202020204" pitchFamily="34" charset="0"/>
                          <a:cs typeface="Arial" panose="020B0604020202020204" pitchFamily="34" charset="0"/>
                        </a:rPr>
                        <a:t>…)</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63500" marR="63500" marT="63500" marB="63500"/>
                </a:tc>
                <a:extLst>
                  <a:ext uri="{0D108BD9-81ED-4DB2-BD59-A6C34878D82A}">
                    <a16:rowId xmlns:a16="http://schemas.microsoft.com/office/drawing/2014/main" val="3422498822"/>
                  </a:ext>
                </a:extLst>
              </a:tr>
            </a:tbl>
          </a:graphicData>
        </a:graphic>
      </p:graphicFrame>
      <p:sp>
        <p:nvSpPr>
          <p:cNvPr id="4" name="Rectangle 1"/>
          <p:cNvSpPr>
            <a:spLocks noChangeArrowheads="1"/>
          </p:cNvSpPr>
          <p:nvPr/>
        </p:nvSpPr>
        <p:spPr bwMode="auto">
          <a:xfrm>
            <a:off x="3228975" y="2141538"/>
            <a:ext cx="11749768" cy="243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endParaRPr lang="fr-FR"/>
          </a:p>
        </p:txBody>
      </p:sp>
      <p:graphicFrame>
        <p:nvGraphicFramePr>
          <p:cNvPr id="6" name="Tableau 5"/>
          <p:cNvGraphicFramePr>
            <a:graphicFrameLocks noGrp="1"/>
          </p:cNvGraphicFramePr>
          <p:nvPr>
            <p:extLst>
              <p:ext uri="{D42A27DB-BD31-4B8C-83A1-F6EECF244321}">
                <p14:modId xmlns:p14="http://schemas.microsoft.com/office/powerpoint/2010/main" val="1308235710"/>
              </p:ext>
            </p:extLst>
          </p:nvPr>
        </p:nvGraphicFramePr>
        <p:xfrm>
          <a:off x="6406073" y="883623"/>
          <a:ext cx="5806170" cy="5990706"/>
        </p:xfrm>
        <a:graphic>
          <a:graphicData uri="http://schemas.openxmlformats.org/drawingml/2006/table">
            <a:tbl>
              <a:tblPr>
                <a:tableStyleId>{5C22544A-7EE6-4342-B048-85BDC9FD1C3A}</a:tableStyleId>
              </a:tblPr>
              <a:tblGrid>
                <a:gridCol w="1161234">
                  <a:extLst>
                    <a:ext uri="{9D8B030D-6E8A-4147-A177-3AD203B41FA5}">
                      <a16:colId xmlns:a16="http://schemas.microsoft.com/office/drawing/2014/main" val="523613644"/>
                    </a:ext>
                  </a:extLst>
                </a:gridCol>
                <a:gridCol w="1161234">
                  <a:extLst>
                    <a:ext uri="{9D8B030D-6E8A-4147-A177-3AD203B41FA5}">
                      <a16:colId xmlns:a16="http://schemas.microsoft.com/office/drawing/2014/main" val="133841133"/>
                    </a:ext>
                  </a:extLst>
                </a:gridCol>
                <a:gridCol w="1161234">
                  <a:extLst>
                    <a:ext uri="{9D8B030D-6E8A-4147-A177-3AD203B41FA5}">
                      <a16:colId xmlns:a16="http://schemas.microsoft.com/office/drawing/2014/main" val="1048952087"/>
                    </a:ext>
                  </a:extLst>
                </a:gridCol>
                <a:gridCol w="1161234">
                  <a:extLst>
                    <a:ext uri="{9D8B030D-6E8A-4147-A177-3AD203B41FA5}">
                      <a16:colId xmlns:a16="http://schemas.microsoft.com/office/drawing/2014/main" val="2066981903"/>
                    </a:ext>
                  </a:extLst>
                </a:gridCol>
                <a:gridCol w="1161234">
                  <a:extLst>
                    <a:ext uri="{9D8B030D-6E8A-4147-A177-3AD203B41FA5}">
                      <a16:colId xmlns:a16="http://schemas.microsoft.com/office/drawing/2014/main" val="178162428"/>
                    </a:ext>
                  </a:extLst>
                </a:gridCol>
              </a:tblGrid>
              <a:tr h="843362">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R-5</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Difficulté intégration API de paie</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2</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4</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Etude des API dispo. Sinon prévoir plan B manuel</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extLst>
                  <a:ext uri="{0D108BD9-81ED-4DB2-BD59-A6C34878D82A}">
                    <a16:rowId xmlns:a16="http://schemas.microsoft.com/office/drawing/2014/main" val="2427550730"/>
                  </a:ext>
                </a:extLst>
              </a:tr>
              <a:tr h="662335">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R-6</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Failles dans l’authentification</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2</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5</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Mise en place d’un système de rôle sécurisé</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extLst>
                  <a:ext uri="{0D108BD9-81ED-4DB2-BD59-A6C34878D82A}">
                    <a16:rowId xmlns:a16="http://schemas.microsoft.com/office/drawing/2014/main" val="3397219136"/>
                  </a:ext>
                </a:extLst>
              </a:tr>
              <a:tr h="662335">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R-7</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Non respect RGPD</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2</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4</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Politique confidentialité claire</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extLst>
                  <a:ext uri="{0D108BD9-81ED-4DB2-BD59-A6C34878D82A}">
                    <a16:rowId xmlns:a16="http://schemas.microsoft.com/office/drawing/2014/main" val="3307756549"/>
                  </a:ext>
                </a:extLst>
              </a:tr>
              <a:tr h="662335">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R-8</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Conflits entre utilisateur</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2</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3</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Système de médiation. CGU claires</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extLst>
                  <a:ext uri="{0D108BD9-81ED-4DB2-BD59-A6C34878D82A}">
                    <a16:rowId xmlns:a16="http://schemas.microsoft.com/office/drawing/2014/main" val="366624610"/>
                  </a:ext>
                </a:extLst>
              </a:tr>
              <a:tr h="843362">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R-9</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Incompatibilité mobile </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2</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4</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Tests importants sur chaque navigateur</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extLst>
                  <a:ext uri="{0D108BD9-81ED-4DB2-BD59-A6C34878D82A}">
                    <a16:rowId xmlns:a16="http://schemas.microsoft.com/office/drawing/2014/main" val="623191228"/>
                  </a:ext>
                </a:extLst>
              </a:tr>
              <a:tr h="662335">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R-10</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Mauvaise adoption des PME</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2</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a:effectLst/>
                          <a:latin typeface="Arial" panose="020B0604020202020204" pitchFamily="34" charset="0"/>
                          <a:cs typeface="Arial" panose="020B0604020202020204" pitchFamily="34" charset="0"/>
                        </a:rPr>
                        <a:t>1</a:t>
                      </a:r>
                      <a:endParaRPr lang="fr-FR" sz="140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tc>
                  <a:txBody>
                    <a:bodyPr/>
                    <a:lstStyle/>
                    <a:p>
                      <a:pPr algn="ctr">
                        <a:lnSpc>
                          <a:spcPct val="115000"/>
                        </a:lnSpc>
                        <a:spcAft>
                          <a:spcPts val="0"/>
                        </a:spcAft>
                      </a:pPr>
                      <a:r>
                        <a:rPr lang="fr-FR" sz="1400" dirty="0">
                          <a:effectLst/>
                          <a:latin typeface="Arial" panose="020B0604020202020204" pitchFamily="34" charset="0"/>
                          <a:cs typeface="Arial" panose="020B0604020202020204" pitchFamily="34" charset="0"/>
                        </a:rPr>
                        <a:t>Test utilisateurs</a:t>
                      </a:r>
                      <a:endParaRPr lang="fr-FR" sz="1400" dirty="0">
                        <a:effectLst/>
                        <a:latin typeface="Arial" panose="020B0604020202020204" pitchFamily="34" charset="0"/>
                        <a:ea typeface="Arial" panose="020B0604020202020204" pitchFamily="34" charset="0"/>
                        <a:cs typeface="Arial" panose="020B0604020202020204" pitchFamily="34" charset="0"/>
                      </a:endParaRPr>
                    </a:p>
                  </a:txBody>
                  <a:tcPr marL="59837" marR="59837" marT="59837" marB="59837"/>
                </a:tc>
                <a:extLst>
                  <a:ext uri="{0D108BD9-81ED-4DB2-BD59-A6C34878D82A}">
                    <a16:rowId xmlns:a16="http://schemas.microsoft.com/office/drawing/2014/main" val="3245692925"/>
                  </a:ext>
                </a:extLst>
              </a:tr>
            </a:tbl>
          </a:graphicData>
        </a:graphic>
      </p:graphicFrame>
      <p:sp>
        <p:nvSpPr>
          <p:cNvPr id="10" name="ZoneTexte 9"/>
          <p:cNvSpPr txBox="1"/>
          <p:nvPr/>
        </p:nvSpPr>
        <p:spPr>
          <a:xfrm>
            <a:off x="6697451" y="61233"/>
            <a:ext cx="1980029" cy="923330"/>
          </a:xfrm>
          <a:prstGeom prst="rect">
            <a:avLst/>
          </a:prstGeom>
          <a:noFill/>
        </p:spPr>
        <p:txBody>
          <a:bodyPr wrap="none" rtlCol="0">
            <a:spAutoFit/>
          </a:bodyPr>
          <a:lstStyle/>
          <a:p>
            <a:r>
              <a:rPr lang="fr-FR" u="sng" dirty="0">
                <a:latin typeface="Arial" panose="020B0604020202020204" pitchFamily="34" charset="0"/>
                <a:cs typeface="Arial" panose="020B0604020202020204" pitchFamily="34" charset="0"/>
              </a:rPr>
              <a:t>Risques :</a:t>
            </a:r>
            <a:r>
              <a:rPr lang="fr-FR" dirty="0">
                <a:latin typeface="Arial" panose="020B0604020202020204" pitchFamily="34" charset="0"/>
                <a:cs typeface="Arial" panose="020B0604020202020204" pitchFamily="34" charset="0"/>
              </a:rPr>
              <a:t> 1 à 5</a:t>
            </a:r>
          </a:p>
          <a:p>
            <a:r>
              <a:rPr lang="fr-FR" u="sng" dirty="0">
                <a:latin typeface="Arial" panose="020B0604020202020204" pitchFamily="34" charset="0"/>
                <a:cs typeface="Arial" panose="020B0604020202020204" pitchFamily="34" charset="0"/>
              </a:rPr>
              <a:t>Probabilité :</a:t>
            </a:r>
            <a:r>
              <a:rPr lang="fr-FR" dirty="0">
                <a:latin typeface="Arial" panose="020B0604020202020204" pitchFamily="34" charset="0"/>
                <a:cs typeface="Arial" panose="020B0604020202020204" pitchFamily="34" charset="0"/>
              </a:rPr>
              <a:t> 1 à 5</a:t>
            </a:r>
          </a:p>
          <a:p>
            <a:endParaRPr lang="fr-FR" dirty="0">
              <a:latin typeface="Arial" panose="020B0604020202020204" pitchFamily="34" charset="0"/>
              <a:cs typeface="Arial" panose="020B0604020202020204" pitchFamily="34" charset="0"/>
            </a:endParaRPr>
          </a:p>
        </p:txBody>
      </p:sp>
    </p:spTree>
    <p:extLst>
      <p:ext uri="{BB962C8B-B14F-4D97-AF65-F5344CB8AC3E}">
        <p14:creationId xmlns:p14="http://schemas.microsoft.com/office/powerpoint/2010/main" val="398908683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 presetClass="exit" presetSubtype="4" fill="hold" nodeType="clickEffect">
                                  <p:stCondLst>
                                    <p:cond delay="0"/>
                                  </p:stCondLst>
                                  <p:childTnLst>
                                    <p:anim calcmode="lin" valueType="num">
                                      <p:cBhvr additive="base">
                                        <p:cTn id="6" dur="500"/>
                                        <p:tgtEl>
                                          <p:spTgt spid="8"/>
                                        </p:tgtEl>
                                        <p:attrNameLst>
                                          <p:attrName>ppt_x</p:attrName>
                                        </p:attrNameLst>
                                      </p:cBhvr>
                                      <p:tavLst>
                                        <p:tav tm="0">
                                          <p:val>
                                            <p:strVal val="ppt_x"/>
                                          </p:val>
                                        </p:tav>
                                        <p:tav tm="100000">
                                          <p:val>
                                            <p:strVal val="ppt_x"/>
                                          </p:val>
                                        </p:tav>
                                      </p:tavLst>
                                    </p:anim>
                                    <p:anim calcmode="lin" valueType="num">
                                      <p:cBhvr additive="base">
                                        <p:cTn id="7" dur="500"/>
                                        <p:tgtEl>
                                          <p:spTgt spid="8"/>
                                        </p:tgtEl>
                                        <p:attrNameLst>
                                          <p:attrName>ppt_y</p:attrName>
                                        </p:attrNameLst>
                                      </p:cBhvr>
                                      <p:tavLst>
                                        <p:tav tm="0">
                                          <p:val>
                                            <p:strVal val="ppt_y"/>
                                          </p:val>
                                        </p:tav>
                                        <p:tav tm="100000">
                                          <p:val>
                                            <p:strVal val="1+ppt_h/2"/>
                                          </p:val>
                                        </p:tav>
                                      </p:tavLst>
                                    </p:anim>
                                    <p:set>
                                      <p:cBhvr>
                                        <p:cTn id="8" dur="1" fill="hold">
                                          <p:stCondLst>
                                            <p:cond delay="499"/>
                                          </p:stCondLst>
                                        </p:cTn>
                                        <p:tgtEl>
                                          <p:spTgt spid="8"/>
                                        </p:tgtEl>
                                        <p:attrNameLst>
                                          <p:attrName>style.visibility</p:attrName>
                                        </p:attrNameLst>
                                      </p:cBhvr>
                                      <p:to>
                                        <p:strVal val="hidden"/>
                                      </p:to>
                                    </p:set>
                                  </p:childTnLst>
                                </p:cTn>
                              </p:par>
                              <p:par>
                                <p:cTn id="9" presetID="2" presetClass="exit" presetSubtype="4" fill="hold" grpId="0" nodeType="withEffect">
                                  <p:stCondLst>
                                    <p:cond delay="0"/>
                                  </p:stCondLst>
                                  <p:childTnLst>
                                    <p:anim calcmode="lin" valueType="num">
                                      <p:cBhvr additive="base">
                                        <p:cTn id="10" dur="500"/>
                                        <p:tgtEl>
                                          <p:spTgt spid="11"/>
                                        </p:tgtEl>
                                        <p:attrNameLst>
                                          <p:attrName>ppt_x</p:attrName>
                                        </p:attrNameLst>
                                      </p:cBhvr>
                                      <p:tavLst>
                                        <p:tav tm="0">
                                          <p:val>
                                            <p:strVal val="ppt_x"/>
                                          </p:val>
                                        </p:tav>
                                        <p:tav tm="100000">
                                          <p:val>
                                            <p:strVal val="ppt_x"/>
                                          </p:val>
                                        </p:tav>
                                      </p:tavLst>
                                    </p:anim>
                                    <p:anim calcmode="lin" valueType="num">
                                      <p:cBhvr additive="base">
                                        <p:cTn id="11" dur="500"/>
                                        <p:tgtEl>
                                          <p:spTgt spid="11"/>
                                        </p:tgtEl>
                                        <p:attrNameLst>
                                          <p:attrName>ppt_y</p:attrName>
                                        </p:attrNameLst>
                                      </p:cBhvr>
                                      <p:tavLst>
                                        <p:tav tm="0">
                                          <p:val>
                                            <p:strVal val="ppt_y"/>
                                          </p:val>
                                        </p:tav>
                                        <p:tav tm="100000">
                                          <p:val>
                                            <p:strVal val="1+ppt_h/2"/>
                                          </p:val>
                                        </p:tav>
                                      </p:tavLst>
                                    </p:anim>
                                    <p:set>
                                      <p:cBhvr>
                                        <p:cTn id="12" dur="1" fill="hold">
                                          <p:stCondLst>
                                            <p:cond delay="499"/>
                                          </p:stCondLst>
                                        </p:cTn>
                                        <p:tgtEl>
                                          <p:spTgt spid="11"/>
                                        </p:tgtEl>
                                        <p:attrNameLst>
                                          <p:attrName>style.visibility</p:attrName>
                                        </p:attrNameLst>
                                      </p:cBhvr>
                                      <p:to>
                                        <p:strVal val="hidden"/>
                                      </p:to>
                                    </p:set>
                                  </p:childTnLst>
                                </p:cTn>
                              </p:par>
                              <p:par>
                                <p:cTn id="13" presetID="2" presetClass="exit" presetSubtype="4" fill="hold" grpId="0" nodeType="withEffect">
                                  <p:stCondLst>
                                    <p:cond delay="0"/>
                                  </p:stCondLst>
                                  <p:childTnLst>
                                    <p:anim calcmode="lin" valueType="num">
                                      <p:cBhvr additive="base">
                                        <p:cTn id="14" dur="500"/>
                                        <p:tgtEl>
                                          <p:spTgt spid="5"/>
                                        </p:tgtEl>
                                        <p:attrNameLst>
                                          <p:attrName>ppt_x</p:attrName>
                                        </p:attrNameLst>
                                      </p:cBhvr>
                                      <p:tavLst>
                                        <p:tav tm="0">
                                          <p:val>
                                            <p:strVal val="ppt_x"/>
                                          </p:val>
                                        </p:tav>
                                        <p:tav tm="100000">
                                          <p:val>
                                            <p:strVal val="ppt_x"/>
                                          </p:val>
                                        </p:tav>
                                      </p:tavLst>
                                    </p:anim>
                                    <p:anim calcmode="lin" valueType="num">
                                      <p:cBhvr additive="base">
                                        <p:cTn id="15" dur="500"/>
                                        <p:tgtEl>
                                          <p:spTgt spid="5"/>
                                        </p:tgtEl>
                                        <p:attrNameLst>
                                          <p:attrName>ppt_y</p:attrName>
                                        </p:attrNameLst>
                                      </p:cBhvr>
                                      <p:tavLst>
                                        <p:tav tm="0">
                                          <p:val>
                                            <p:strVal val="ppt_y"/>
                                          </p:val>
                                        </p:tav>
                                        <p:tav tm="100000">
                                          <p:val>
                                            <p:strVal val="1+ppt_h/2"/>
                                          </p:val>
                                        </p:tav>
                                      </p:tavLst>
                                    </p:anim>
                                    <p:set>
                                      <p:cBhvr>
                                        <p:cTn id="16" dur="1" fill="hold">
                                          <p:stCondLst>
                                            <p:cond delay="499"/>
                                          </p:stCondLst>
                                        </p:cTn>
                                        <p:tgtEl>
                                          <p:spTgt spid="5"/>
                                        </p:tgtEl>
                                        <p:attrNameLst>
                                          <p:attrName>style.visibility</p:attrName>
                                        </p:attrNameLst>
                                      </p:cBhvr>
                                      <p:to>
                                        <p:strVal val="hidden"/>
                                      </p:to>
                                    </p:set>
                                  </p:childTnLst>
                                </p:cTn>
                              </p:par>
                              <p:par>
                                <p:cTn id="17" presetID="2" presetClass="exit" presetSubtype="4" fill="hold" nodeType="withEffect">
                                  <p:stCondLst>
                                    <p:cond delay="0"/>
                                  </p:stCondLst>
                                  <p:childTnLst>
                                    <p:anim calcmode="lin" valueType="num">
                                      <p:cBhvr additive="base">
                                        <p:cTn id="18" dur="500"/>
                                        <p:tgtEl>
                                          <p:spTgt spid="14"/>
                                        </p:tgtEl>
                                        <p:attrNameLst>
                                          <p:attrName>ppt_x</p:attrName>
                                        </p:attrNameLst>
                                      </p:cBhvr>
                                      <p:tavLst>
                                        <p:tav tm="0">
                                          <p:val>
                                            <p:strVal val="ppt_x"/>
                                          </p:val>
                                        </p:tav>
                                        <p:tav tm="100000">
                                          <p:val>
                                            <p:strVal val="ppt_x"/>
                                          </p:val>
                                        </p:tav>
                                      </p:tavLst>
                                    </p:anim>
                                    <p:anim calcmode="lin" valueType="num">
                                      <p:cBhvr additive="base">
                                        <p:cTn id="19" dur="500"/>
                                        <p:tgtEl>
                                          <p:spTgt spid="14"/>
                                        </p:tgtEl>
                                        <p:attrNameLst>
                                          <p:attrName>ppt_y</p:attrName>
                                        </p:attrNameLst>
                                      </p:cBhvr>
                                      <p:tavLst>
                                        <p:tav tm="0">
                                          <p:val>
                                            <p:strVal val="ppt_y"/>
                                          </p:val>
                                        </p:tav>
                                        <p:tav tm="100000">
                                          <p:val>
                                            <p:strVal val="1+ppt_h/2"/>
                                          </p:val>
                                        </p:tav>
                                      </p:tavLst>
                                    </p:anim>
                                    <p:set>
                                      <p:cBhvr>
                                        <p:cTn id="20" dur="1" fill="hold">
                                          <p:stCondLst>
                                            <p:cond delay="499"/>
                                          </p:stCondLst>
                                        </p:cTn>
                                        <p:tgtEl>
                                          <p:spTgt spid="14"/>
                                        </p:tgtEl>
                                        <p:attrNameLst>
                                          <p:attrName>style.visibility</p:attrName>
                                        </p:attrNameLst>
                                      </p:cBhvr>
                                      <p:to>
                                        <p:strVal val="hidden"/>
                                      </p:to>
                                    </p:set>
                                  </p:childTnLst>
                                </p:cTn>
                              </p:par>
                              <p:par>
                                <p:cTn id="21" presetID="42" presetClass="entr" presetSubtype="0" fill="hold" nodeType="withEffect">
                                  <p:stCondLst>
                                    <p:cond delay="0"/>
                                  </p:stCondLst>
                                  <p:childTnLst>
                                    <p:set>
                                      <p:cBhvr>
                                        <p:cTn id="22" dur="1" fill="hold">
                                          <p:stCondLst>
                                            <p:cond delay="0"/>
                                          </p:stCondLst>
                                        </p:cTn>
                                        <p:tgtEl>
                                          <p:spTgt spid="3"/>
                                        </p:tgtEl>
                                        <p:attrNameLst>
                                          <p:attrName>style.visibility</p:attrName>
                                        </p:attrNameLst>
                                      </p:cBhvr>
                                      <p:to>
                                        <p:strVal val="visible"/>
                                      </p:to>
                                    </p:set>
                                    <p:animEffect transition="in" filter="fade">
                                      <p:cBhvr>
                                        <p:cTn id="23" dur="1000"/>
                                        <p:tgtEl>
                                          <p:spTgt spid="3"/>
                                        </p:tgtEl>
                                      </p:cBhvr>
                                    </p:animEffect>
                                    <p:anim calcmode="lin" valueType="num">
                                      <p:cBhvr>
                                        <p:cTn id="24" dur="1000" fill="hold"/>
                                        <p:tgtEl>
                                          <p:spTgt spid="3"/>
                                        </p:tgtEl>
                                        <p:attrNameLst>
                                          <p:attrName>ppt_x</p:attrName>
                                        </p:attrNameLst>
                                      </p:cBhvr>
                                      <p:tavLst>
                                        <p:tav tm="0">
                                          <p:val>
                                            <p:strVal val="#ppt_x"/>
                                          </p:val>
                                        </p:tav>
                                        <p:tav tm="100000">
                                          <p:val>
                                            <p:strVal val="#ppt_x"/>
                                          </p:val>
                                        </p:tav>
                                      </p:tavLst>
                                    </p:anim>
                                    <p:anim calcmode="lin" valueType="num">
                                      <p:cBhvr>
                                        <p:cTn id="25" dur="1000" fill="hold"/>
                                        <p:tgtEl>
                                          <p:spTgt spid="3"/>
                                        </p:tgtEl>
                                        <p:attrNameLst>
                                          <p:attrName>ppt_y</p:attrName>
                                        </p:attrNameLst>
                                      </p:cBhvr>
                                      <p:tavLst>
                                        <p:tav tm="0">
                                          <p:val>
                                            <p:strVal val="#ppt_y+.1"/>
                                          </p:val>
                                        </p:tav>
                                        <p:tav tm="100000">
                                          <p:val>
                                            <p:strVal val="#ppt_y"/>
                                          </p:val>
                                        </p:tav>
                                      </p:tavLst>
                                    </p:anim>
                                  </p:childTnLst>
                                </p:cTn>
                              </p:par>
                              <p:par>
                                <p:cTn id="26" presetID="42" presetClass="entr" presetSubtype="0" fill="hold" nodeType="withEffect">
                                  <p:stCondLst>
                                    <p:cond delay="0"/>
                                  </p:stCondLst>
                                  <p:childTnLst>
                                    <p:set>
                                      <p:cBhvr>
                                        <p:cTn id="27" dur="1" fill="hold">
                                          <p:stCondLst>
                                            <p:cond delay="0"/>
                                          </p:stCondLst>
                                        </p:cTn>
                                        <p:tgtEl>
                                          <p:spTgt spid="6"/>
                                        </p:tgtEl>
                                        <p:attrNameLst>
                                          <p:attrName>style.visibility</p:attrName>
                                        </p:attrNameLst>
                                      </p:cBhvr>
                                      <p:to>
                                        <p:strVal val="visible"/>
                                      </p:to>
                                    </p:set>
                                    <p:animEffect transition="in" filter="fade">
                                      <p:cBhvr>
                                        <p:cTn id="28" dur="1000"/>
                                        <p:tgtEl>
                                          <p:spTgt spid="6"/>
                                        </p:tgtEl>
                                      </p:cBhvr>
                                    </p:animEffect>
                                    <p:anim calcmode="lin" valueType="num">
                                      <p:cBhvr>
                                        <p:cTn id="29" dur="1000" fill="hold"/>
                                        <p:tgtEl>
                                          <p:spTgt spid="6"/>
                                        </p:tgtEl>
                                        <p:attrNameLst>
                                          <p:attrName>ppt_x</p:attrName>
                                        </p:attrNameLst>
                                      </p:cBhvr>
                                      <p:tavLst>
                                        <p:tav tm="0">
                                          <p:val>
                                            <p:strVal val="#ppt_x"/>
                                          </p:val>
                                        </p:tav>
                                        <p:tav tm="100000">
                                          <p:val>
                                            <p:strVal val="#ppt_x"/>
                                          </p:val>
                                        </p:tav>
                                      </p:tavLst>
                                    </p:anim>
                                    <p:anim calcmode="lin" valueType="num">
                                      <p:cBhvr>
                                        <p:cTn id="30" dur="1000" fill="hold"/>
                                        <p:tgtEl>
                                          <p:spTgt spid="6"/>
                                        </p:tgtEl>
                                        <p:attrNameLst>
                                          <p:attrName>ppt_y</p:attrName>
                                        </p:attrNameLst>
                                      </p:cBhvr>
                                      <p:tavLst>
                                        <p:tav tm="0">
                                          <p:val>
                                            <p:strVal val="#ppt_y+.1"/>
                                          </p:val>
                                        </p:tav>
                                        <p:tav tm="100000">
                                          <p:val>
                                            <p:strVal val="#ppt_y"/>
                                          </p:val>
                                        </p:tav>
                                      </p:tavLst>
                                    </p:anim>
                                  </p:childTnLst>
                                </p:cTn>
                              </p:par>
                              <p:par>
                                <p:cTn id="31" presetID="42" presetClass="entr" presetSubtype="0" fill="hold" grpId="0" nodeType="withEffect">
                                  <p:stCondLst>
                                    <p:cond delay="0"/>
                                  </p:stCondLst>
                                  <p:childTnLst>
                                    <p:set>
                                      <p:cBhvr>
                                        <p:cTn id="32" dur="1" fill="hold">
                                          <p:stCondLst>
                                            <p:cond delay="0"/>
                                          </p:stCondLst>
                                        </p:cTn>
                                        <p:tgtEl>
                                          <p:spTgt spid="10"/>
                                        </p:tgtEl>
                                        <p:attrNameLst>
                                          <p:attrName>style.visibility</p:attrName>
                                        </p:attrNameLst>
                                      </p:cBhvr>
                                      <p:to>
                                        <p:strVal val="visible"/>
                                      </p:to>
                                    </p:set>
                                    <p:animEffect transition="in" filter="fade">
                                      <p:cBhvr>
                                        <p:cTn id="33" dur="1000"/>
                                        <p:tgtEl>
                                          <p:spTgt spid="10"/>
                                        </p:tgtEl>
                                      </p:cBhvr>
                                    </p:animEffect>
                                    <p:anim calcmode="lin" valueType="num">
                                      <p:cBhvr>
                                        <p:cTn id="34" dur="1000" fill="hold"/>
                                        <p:tgtEl>
                                          <p:spTgt spid="10"/>
                                        </p:tgtEl>
                                        <p:attrNameLst>
                                          <p:attrName>ppt_x</p:attrName>
                                        </p:attrNameLst>
                                      </p:cBhvr>
                                      <p:tavLst>
                                        <p:tav tm="0">
                                          <p:val>
                                            <p:strVal val="#ppt_x"/>
                                          </p:val>
                                        </p:tav>
                                        <p:tav tm="100000">
                                          <p:val>
                                            <p:strVal val="#ppt_x"/>
                                          </p:val>
                                        </p:tav>
                                      </p:tavLst>
                                    </p:anim>
                                    <p:anim calcmode="lin" valueType="num">
                                      <p:cBhvr>
                                        <p:cTn id="35" dur="1000" fill="hold"/>
                                        <p:tgtEl>
                                          <p:spTgt spid="10"/>
                                        </p:tgtEl>
                                        <p:attrNameLst>
                                          <p:attrName>ppt_y</p:attrName>
                                        </p:attrNameLst>
                                      </p:cBhvr>
                                      <p:tavLst>
                                        <p:tav tm="0">
                                          <p:val>
                                            <p:strVal val="#ppt_y+.1"/>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1" grpId="0"/>
      <p:bldP spid="5" grpId="0"/>
      <p:bldP spid="10" grpId="0"/>
    </p:bldLst>
  </p:timing>
</p:sld>
</file>

<file path=ppt/theme/theme1.xml><?xml version="1.0" encoding="utf-8"?>
<a:theme xmlns:a="http://schemas.openxmlformats.org/drawingml/2006/main" name="Thème Office">
  <a:themeElements>
    <a:clrScheme name="Custom 73">
      <a:dk1>
        <a:srgbClr val="000000"/>
      </a:dk1>
      <a:lt1>
        <a:sysClr val="window" lastClr="FFFFFF"/>
      </a:lt1>
      <a:dk2>
        <a:srgbClr val="585858"/>
      </a:dk2>
      <a:lt2>
        <a:srgbClr val="E3E3E3"/>
      </a:lt2>
      <a:accent1>
        <a:srgbClr val="E20613"/>
      </a:accent1>
      <a:accent2>
        <a:srgbClr val="A9C038"/>
      </a:accent2>
      <a:accent3>
        <a:srgbClr val="11AEC7"/>
      </a:accent3>
      <a:accent4>
        <a:srgbClr val="F59F26"/>
      </a:accent4>
      <a:accent5>
        <a:srgbClr val="0062A9"/>
      </a:accent5>
      <a:accent6>
        <a:srgbClr val="EB6047"/>
      </a:accent6>
      <a:hlink>
        <a:srgbClr val="8ED9F6"/>
      </a:hlink>
      <a:folHlink>
        <a:srgbClr val="C00000"/>
      </a:folHlink>
    </a:clrScheme>
    <a:fontScheme name="Modern 01">
      <a:majorFont>
        <a:latin typeface="Century Gothic"/>
        <a:ea typeface=""/>
        <a:cs typeface=""/>
      </a:majorFont>
      <a:minorFont>
        <a:latin typeface="Segoe UI Light"/>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_30740364_TF78455520" id="{1B6B5A3F-3791-4D91-8BCC-053B27B038BF}" vid="{26B24478-322D-4DF5-BC15-C9CB3253BD42}"/>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hème Offic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Analyse de projet, tiré de 24Slides</Template>
  <TotalTime>0</TotalTime>
  <Words>1714</Words>
  <Application>Microsoft Office PowerPoint</Application>
  <PresentationFormat>Grand écran</PresentationFormat>
  <Paragraphs>336</Paragraphs>
  <Slides>27</Slides>
  <Notes>27</Notes>
  <HiddenSlides>0</HiddenSlides>
  <MMClips>0</MMClips>
  <ScaleCrop>false</ScaleCrop>
  <HeadingPairs>
    <vt:vector size="6" baseType="variant">
      <vt:variant>
        <vt:lpstr>Polices utilisées</vt:lpstr>
      </vt:variant>
      <vt:variant>
        <vt:i4>4</vt:i4>
      </vt:variant>
      <vt:variant>
        <vt:lpstr>Thème</vt:lpstr>
      </vt:variant>
      <vt:variant>
        <vt:i4>1</vt:i4>
      </vt:variant>
      <vt:variant>
        <vt:lpstr>Titres des diapositives</vt:lpstr>
      </vt:variant>
      <vt:variant>
        <vt:i4>27</vt:i4>
      </vt:variant>
    </vt:vector>
  </HeadingPairs>
  <TitlesOfParts>
    <vt:vector size="32" baseType="lpstr">
      <vt:lpstr>Arial</vt:lpstr>
      <vt:lpstr>Calibri</vt:lpstr>
      <vt:lpstr>Century Gothic</vt:lpstr>
      <vt:lpstr>Segoe UI Light</vt:lpstr>
      <vt:lpstr>Thème Office</vt:lpstr>
      <vt:lpstr>Clean Connect Présentation</vt:lpstr>
      <vt:lpstr>Analyse du projet : diapositive 2</vt:lpstr>
      <vt:lpstr>Analyse du projet : diapositive 3</vt:lpstr>
      <vt:lpstr>Analyse du projet : diapositive 3</vt:lpstr>
      <vt:lpstr>Analyse du projet : diapositive 3</vt:lpstr>
      <vt:lpstr>Analyse du projet : diapositive 3</vt:lpstr>
      <vt:lpstr>Analyse du projet : diapositive 4</vt:lpstr>
      <vt:lpstr>Analyse du projet : diapositive 4</vt:lpstr>
      <vt:lpstr>Analyse du projet : diapositive 3</vt:lpstr>
      <vt:lpstr>Analyse du projet : diapositive 3</vt:lpstr>
      <vt:lpstr>Analyse du projet : diapositive 4</vt:lpstr>
      <vt:lpstr>Analyse du projet : diapositive 4</vt:lpstr>
      <vt:lpstr>Analyse du projet : diapositive 4</vt:lpstr>
      <vt:lpstr>Analyse du projet : diapositive 3</vt:lpstr>
      <vt:lpstr>Analyse du projet : diapositive 3</vt:lpstr>
      <vt:lpstr>Analyse du projet : diapositive 3</vt:lpstr>
      <vt:lpstr>Analyse du projet : diapositive 3</vt:lpstr>
      <vt:lpstr>Analyse du projet : diapositive 3</vt:lpstr>
      <vt:lpstr>Analyse du projet : diapositive 3</vt:lpstr>
      <vt:lpstr>Analyse du projet : diapositive 3</vt:lpstr>
      <vt:lpstr>Analyse du projet : diapositive 3</vt:lpstr>
      <vt:lpstr>Analyse du projet : diapositive 4</vt:lpstr>
      <vt:lpstr>Merci</vt:lpstr>
      <vt:lpstr>Analyse du projet : diapositive 2</vt:lpstr>
      <vt:lpstr>Analyse du projet : diapositive 3</vt:lpstr>
      <vt:lpstr>Analyse du projet : diapositive 3</vt:lpstr>
      <vt:lpstr>Analyse du projet : diapositive 3</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lastModifiedBy/>
  <cp:revision>1</cp:revision>
  <dcterms:created xsi:type="dcterms:W3CDTF">2025-07-22T09:45:32Z</dcterms:created>
  <dcterms:modified xsi:type="dcterms:W3CDTF">2025-09-30T09:55:34Z</dcterms:modified>
</cp:coreProperties>
</file>